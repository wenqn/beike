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6"/>
  </p:notesMasterIdLst>
  <p:handoutMasterIdLst>
    <p:handoutMasterId r:id="rId7"/>
  </p:handoutMasterIdLst>
  <p:sldIdLst>
    <p:sldId id="337" r:id="rId3"/>
    <p:sldId id="338" r:id="rId4"/>
    <p:sldId id="340" r:id="rId5"/>
  </p:sldIdLst>
  <p:sldSz cx="9144000" cy="5143500" type="screen16x9"/>
  <p:notesSz cx="5143500" cy="9144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02" autoAdjust="0"/>
    <p:restoredTop sz="94883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08" y="5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3234CC-A036-465F-816F-C23045A71E49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1052AE3-C856-44E8-AE4F-1668AA68A8B7}">
      <dgm:prSet phldrT="[文本]"/>
      <dgm:spPr/>
      <dgm:t>
        <a:bodyPr/>
        <a:lstStyle/>
        <a:p>
          <a:r>
            <a:rPr lang="zh-CN" altLang="en-US" dirty="0"/>
            <a:t>计算机系统</a:t>
          </a:r>
        </a:p>
      </dgm:t>
    </dgm:pt>
    <dgm:pt modelId="{C7A578A0-9F2D-43F2-BA22-B4E6BFB36957}" type="parTrans" cxnId="{EFFD4150-1E2A-4326-811B-57ADA6F00B21}">
      <dgm:prSet/>
      <dgm:spPr/>
      <dgm:t>
        <a:bodyPr/>
        <a:lstStyle/>
        <a:p>
          <a:endParaRPr lang="zh-CN" altLang="en-US"/>
        </a:p>
      </dgm:t>
    </dgm:pt>
    <dgm:pt modelId="{429B706C-3296-4BF1-9826-5FA20D1EFB59}" type="sibTrans" cxnId="{EFFD4150-1E2A-4326-811B-57ADA6F00B21}">
      <dgm:prSet/>
      <dgm:spPr/>
      <dgm:t>
        <a:bodyPr/>
        <a:lstStyle/>
        <a:p>
          <a:endParaRPr lang="zh-CN" altLang="en-US"/>
        </a:p>
      </dgm:t>
    </dgm:pt>
    <dgm:pt modelId="{5D704316-DF96-4474-A85E-602B4C102086}">
      <dgm:prSet phldrT="[文本]"/>
      <dgm:spPr/>
      <dgm:t>
        <a:bodyPr/>
        <a:lstStyle/>
        <a:p>
          <a:r>
            <a:rPr lang="zh-CN" altLang="en-US" dirty="0"/>
            <a:t>硬件系统</a:t>
          </a:r>
        </a:p>
      </dgm:t>
    </dgm:pt>
    <dgm:pt modelId="{66FA6E00-B9FA-4EAD-B863-7DDD21D1D40A}" type="parTrans" cxnId="{2E215824-D851-450E-8110-06DDC7A0DD50}">
      <dgm:prSet/>
      <dgm:spPr/>
      <dgm:t>
        <a:bodyPr/>
        <a:lstStyle/>
        <a:p>
          <a:endParaRPr lang="zh-CN" altLang="en-US"/>
        </a:p>
      </dgm:t>
    </dgm:pt>
    <dgm:pt modelId="{B1609458-5B13-4D0F-A66C-114F74968F59}" type="sibTrans" cxnId="{2E215824-D851-450E-8110-06DDC7A0DD50}">
      <dgm:prSet/>
      <dgm:spPr/>
      <dgm:t>
        <a:bodyPr/>
        <a:lstStyle/>
        <a:p>
          <a:endParaRPr lang="zh-CN" altLang="en-US"/>
        </a:p>
      </dgm:t>
    </dgm:pt>
    <dgm:pt modelId="{88F6D50A-A44C-4E46-B6A4-0FF80311EA8E}">
      <dgm:prSet phldrT="[文本]"/>
      <dgm:spPr/>
      <dgm:t>
        <a:bodyPr/>
        <a:lstStyle/>
        <a:p>
          <a:r>
            <a:rPr lang="en-US" altLang="zh-CN" dirty="0"/>
            <a:t>CPU</a:t>
          </a:r>
          <a:endParaRPr lang="zh-CN" altLang="en-US" dirty="0"/>
        </a:p>
      </dgm:t>
    </dgm:pt>
    <dgm:pt modelId="{1AF47F9E-BECA-4555-B8A0-D5781613289A}" type="parTrans" cxnId="{BB81E167-DF07-4E00-B791-A5982E5E0F9A}">
      <dgm:prSet/>
      <dgm:spPr/>
      <dgm:t>
        <a:bodyPr/>
        <a:lstStyle/>
        <a:p>
          <a:endParaRPr lang="zh-CN" altLang="en-US"/>
        </a:p>
      </dgm:t>
    </dgm:pt>
    <dgm:pt modelId="{8B3C1017-1F9B-4FEA-8222-ED76B226D447}" type="sibTrans" cxnId="{BB81E167-DF07-4E00-B791-A5982E5E0F9A}">
      <dgm:prSet/>
      <dgm:spPr/>
      <dgm:t>
        <a:bodyPr/>
        <a:lstStyle/>
        <a:p>
          <a:endParaRPr lang="zh-CN" altLang="en-US"/>
        </a:p>
      </dgm:t>
    </dgm:pt>
    <dgm:pt modelId="{A0D8E707-5FA6-45C0-9638-79A63C587EA5}">
      <dgm:prSet phldrT="[文本]"/>
      <dgm:spPr/>
      <dgm:t>
        <a:bodyPr/>
        <a:lstStyle/>
        <a:p>
          <a:r>
            <a:rPr lang="zh-CN" altLang="en-US" dirty="0"/>
            <a:t>存储器</a:t>
          </a:r>
        </a:p>
      </dgm:t>
    </dgm:pt>
    <dgm:pt modelId="{3F10FB54-E1AF-4DA3-B72B-07DC7A7D9C52}" type="parTrans" cxnId="{B3AFBCCA-F2CF-49C7-8EAD-B35768E56D22}">
      <dgm:prSet/>
      <dgm:spPr/>
      <dgm:t>
        <a:bodyPr/>
        <a:lstStyle/>
        <a:p>
          <a:endParaRPr lang="zh-CN" altLang="en-US"/>
        </a:p>
      </dgm:t>
    </dgm:pt>
    <dgm:pt modelId="{E465DA4E-BBCD-4B6B-9B42-E17C33CB7E06}" type="sibTrans" cxnId="{B3AFBCCA-F2CF-49C7-8EAD-B35768E56D22}">
      <dgm:prSet/>
      <dgm:spPr/>
      <dgm:t>
        <a:bodyPr/>
        <a:lstStyle/>
        <a:p>
          <a:endParaRPr lang="zh-CN" altLang="en-US"/>
        </a:p>
      </dgm:t>
    </dgm:pt>
    <dgm:pt modelId="{4CEBBBC4-53BB-4C6D-8787-0232D70226D9}">
      <dgm:prSet phldrT="[文本]"/>
      <dgm:spPr/>
      <dgm:t>
        <a:bodyPr/>
        <a:lstStyle/>
        <a:p>
          <a:r>
            <a:rPr lang="zh-CN" altLang="en-US" dirty="0"/>
            <a:t>软件系统</a:t>
          </a:r>
        </a:p>
      </dgm:t>
    </dgm:pt>
    <dgm:pt modelId="{852FFDE7-BFAB-4051-AC31-C73FA1F341FD}" type="parTrans" cxnId="{21034B96-079F-4CF7-B845-D43A5EF7CCE5}">
      <dgm:prSet/>
      <dgm:spPr/>
      <dgm:t>
        <a:bodyPr/>
        <a:lstStyle/>
        <a:p>
          <a:endParaRPr lang="zh-CN" altLang="en-US"/>
        </a:p>
      </dgm:t>
    </dgm:pt>
    <dgm:pt modelId="{B6AD2B08-5B72-482D-8CD1-0BEB307A73C6}" type="sibTrans" cxnId="{21034B96-079F-4CF7-B845-D43A5EF7CCE5}">
      <dgm:prSet/>
      <dgm:spPr/>
      <dgm:t>
        <a:bodyPr/>
        <a:lstStyle/>
        <a:p>
          <a:endParaRPr lang="zh-CN" altLang="en-US"/>
        </a:p>
      </dgm:t>
    </dgm:pt>
    <dgm:pt modelId="{AB5B9929-1509-43AE-AFB3-BCD877B660D3}">
      <dgm:prSet phldrT="[文本]"/>
      <dgm:spPr/>
      <dgm:t>
        <a:bodyPr/>
        <a:lstStyle/>
        <a:p>
          <a:r>
            <a:rPr lang="zh-CN" altLang="en-US" dirty="0"/>
            <a:t>系统软件</a:t>
          </a:r>
        </a:p>
      </dgm:t>
    </dgm:pt>
    <dgm:pt modelId="{8EC5FA90-140A-4DA8-869E-38D4A62FB80C}" type="parTrans" cxnId="{8801CEC2-5FBC-45E7-97F3-C1D26EAD1E1D}">
      <dgm:prSet/>
      <dgm:spPr/>
      <dgm:t>
        <a:bodyPr/>
        <a:lstStyle/>
        <a:p>
          <a:endParaRPr lang="zh-CN" altLang="en-US"/>
        </a:p>
      </dgm:t>
    </dgm:pt>
    <dgm:pt modelId="{F99F4919-8FCF-4193-A99A-25BCFF314A4F}" type="sibTrans" cxnId="{8801CEC2-5FBC-45E7-97F3-C1D26EAD1E1D}">
      <dgm:prSet/>
      <dgm:spPr/>
      <dgm:t>
        <a:bodyPr/>
        <a:lstStyle/>
        <a:p>
          <a:endParaRPr lang="zh-CN" altLang="en-US"/>
        </a:p>
      </dgm:t>
    </dgm:pt>
    <dgm:pt modelId="{462E291B-8105-403E-847B-10752B343CBA}">
      <dgm:prSet phldrT="[文本]"/>
      <dgm:spPr/>
      <dgm:t>
        <a:bodyPr/>
        <a:lstStyle/>
        <a:p>
          <a:r>
            <a:rPr lang="zh-CN" altLang="en-US" dirty="0"/>
            <a:t>输入设备</a:t>
          </a:r>
        </a:p>
      </dgm:t>
    </dgm:pt>
    <dgm:pt modelId="{89618B7E-8CBD-4B96-8965-E395E012B299}" type="parTrans" cxnId="{2393E3C2-2288-40E4-8AE5-B5EF77116C2D}">
      <dgm:prSet/>
      <dgm:spPr/>
      <dgm:t>
        <a:bodyPr/>
        <a:lstStyle/>
        <a:p>
          <a:endParaRPr lang="zh-CN" altLang="en-US"/>
        </a:p>
      </dgm:t>
    </dgm:pt>
    <dgm:pt modelId="{7C7A0C61-6344-4E91-832E-7DAF6E994256}" type="sibTrans" cxnId="{2393E3C2-2288-40E4-8AE5-B5EF77116C2D}">
      <dgm:prSet/>
      <dgm:spPr/>
      <dgm:t>
        <a:bodyPr/>
        <a:lstStyle/>
        <a:p>
          <a:endParaRPr lang="zh-CN" altLang="en-US"/>
        </a:p>
      </dgm:t>
    </dgm:pt>
    <dgm:pt modelId="{F6DF4ABF-DF11-4DE2-AC34-27AB9FD3BB7B}">
      <dgm:prSet phldrT="[文本]"/>
      <dgm:spPr/>
      <dgm:t>
        <a:bodyPr/>
        <a:lstStyle/>
        <a:p>
          <a:r>
            <a:rPr lang="zh-CN" altLang="en-US" dirty="0"/>
            <a:t>输出设备</a:t>
          </a:r>
        </a:p>
      </dgm:t>
    </dgm:pt>
    <dgm:pt modelId="{CB6FB0E3-4FDC-48F4-A323-2153B86B2CA0}" type="parTrans" cxnId="{5F018BB4-6457-4D6F-8E05-E102676CAD6B}">
      <dgm:prSet/>
      <dgm:spPr/>
      <dgm:t>
        <a:bodyPr/>
        <a:lstStyle/>
        <a:p>
          <a:endParaRPr lang="zh-CN" altLang="en-US"/>
        </a:p>
      </dgm:t>
    </dgm:pt>
    <dgm:pt modelId="{DB6481C8-54C0-4BB5-9A7D-FB26AF18A255}" type="sibTrans" cxnId="{5F018BB4-6457-4D6F-8E05-E102676CAD6B}">
      <dgm:prSet/>
      <dgm:spPr/>
      <dgm:t>
        <a:bodyPr/>
        <a:lstStyle/>
        <a:p>
          <a:endParaRPr lang="zh-CN" altLang="en-US"/>
        </a:p>
      </dgm:t>
    </dgm:pt>
    <dgm:pt modelId="{B2989C94-013B-4DD7-9039-B6CB056B9026}">
      <dgm:prSet phldrT="[文本]"/>
      <dgm:spPr/>
      <dgm:t>
        <a:bodyPr/>
        <a:lstStyle/>
        <a:p>
          <a:r>
            <a:rPr lang="zh-CN" altLang="en-US" dirty="0"/>
            <a:t>运算器</a:t>
          </a:r>
        </a:p>
      </dgm:t>
    </dgm:pt>
    <dgm:pt modelId="{96476331-CA63-42FB-BC19-93A906DEE10A}" type="parTrans" cxnId="{ACE85F47-CE36-4055-8686-26CB94B385EB}">
      <dgm:prSet/>
      <dgm:spPr/>
      <dgm:t>
        <a:bodyPr/>
        <a:lstStyle/>
        <a:p>
          <a:endParaRPr lang="zh-CN" altLang="en-US"/>
        </a:p>
      </dgm:t>
    </dgm:pt>
    <dgm:pt modelId="{06A641D6-56DF-44B6-90C2-6A3249F0EFE3}" type="sibTrans" cxnId="{ACE85F47-CE36-4055-8686-26CB94B385EB}">
      <dgm:prSet/>
      <dgm:spPr/>
      <dgm:t>
        <a:bodyPr/>
        <a:lstStyle/>
        <a:p>
          <a:endParaRPr lang="zh-CN" altLang="en-US"/>
        </a:p>
      </dgm:t>
    </dgm:pt>
    <dgm:pt modelId="{F449E062-1D9B-49AB-B102-1EE578346B84}">
      <dgm:prSet phldrT="[文本]"/>
      <dgm:spPr/>
      <dgm:t>
        <a:bodyPr/>
        <a:lstStyle/>
        <a:p>
          <a:r>
            <a:rPr lang="zh-CN" altLang="en-US" dirty="0"/>
            <a:t>控制器</a:t>
          </a:r>
        </a:p>
      </dgm:t>
    </dgm:pt>
    <dgm:pt modelId="{D7796C22-FBBA-461A-A388-8DC6370BE968}" type="parTrans" cxnId="{DCC5CB5C-5F90-4A1F-B37E-E0B84A11EDB5}">
      <dgm:prSet/>
      <dgm:spPr/>
      <dgm:t>
        <a:bodyPr/>
        <a:lstStyle/>
        <a:p>
          <a:endParaRPr lang="zh-CN" altLang="en-US"/>
        </a:p>
      </dgm:t>
    </dgm:pt>
    <dgm:pt modelId="{6AB71138-DEF2-4FA7-9360-B8009D273C61}" type="sibTrans" cxnId="{DCC5CB5C-5F90-4A1F-B37E-E0B84A11EDB5}">
      <dgm:prSet/>
      <dgm:spPr/>
      <dgm:t>
        <a:bodyPr/>
        <a:lstStyle/>
        <a:p>
          <a:endParaRPr lang="zh-CN" altLang="en-US"/>
        </a:p>
      </dgm:t>
    </dgm:pt>
    <dgm:pt modelId="{C1CFD6B0-A10B-4BD4-89CC-12D0C9A23467}">
      <dgm:prSet phldrT="[文本]"/>
      <dgm:spPr/>
      <dgm:t>
        <a:bodyPr/>
        <a:lstStyle/>
        <a:p>
          <a:r>
            <a:rPr lang="zh-CN" altLang="en-US" dirty="0"/>
            <a:t>应用软件</a:t>
          </a:r>
        </a:p>
      </dgm:t>
    </dgm:pt>
    <dgm:pt modelId="{8B16BE26-656E-4647-9D1A-964932AE37DE}" type="parTrans" cxnId="{CD4CF524-7D34-4A8C-874F-7306069FBE27}">
      <dgm:prSet/>
      <dgm:spPr/>
      <dgm:t>
        <a:bodyPr/>
        <a:lstStyle/>
        <a:p>
          <a:endParaRPr lang="zh-CN" altLang="en-US"/>
        </a:p>
      </dgm:t>
    </dgm:pt>
    <dgm:pt modelId="{EB92C453-314E-4B93-A75B-A31F29BE66A3}" type="sibTrans" cxnId="{CD4CF524-7D34-4A8C-874F-7306069FBE27}">
      <dgm:prSet/>
      <dgm:spPr/>
      <dgm:t>
        <a:bodyPr/>
        <a:lstStyle/>
        <a:p>
          <a:endParaRPr lang="zh-CN" altLang="en-US"/>
        </a:p>
      </dgm:t>
    </dgm:pt>
    <dgm:pt modelId="{3D45C810-2A16-4BFE-A78D-784536AD26CC}">
      <dgm:prSet phldrT="[文本]"/>
      <dgm:spPr/>
      <dgm:t>
        <a:bodyPr/>
        <a:lstStyle/>
        <a:p>
          <a:r>
            <a:rPr lang="zh-CN" altLang="en-US" dirty="0"/>
            <a:t>操作系统</a:t>
          </a:r>
        </a:p>
      </dgm:t>
    </dgm:pt>
    <dgm:pt modelId="{624EB6DF-9C70-4CDB-BFCF-41500F00ECE8}" type="parTrans" cxnId="{715D65D4-442E-4F87-A3D3-9530F3454F9A}">
      <dgm:prSet/>
      <dgm:spPr/>
      <dgm:t>
        <a:bodyPr/>
        <a:lstStyle/>
        <a:p>
          <a:endParaRPr lang="zh-CN" altLang="en-US"/>
        </a:p>
      </dgm:t>
    </dgm:pt>
    <dgm:pt modelId="{370C2153-FBC7-4C33-98D6-0A8AB871FB69}" type="sibTrans" cxnId="{715D65D4-442E-4F87-A3D3-9530F3454F9A}">
      <dgm:prSet/>
      <dgm:spPr/>
      <dgm:t>
        <a:bodyPr/>
        <a:lstStyle/>
        <a:p>
          <a:endParaRPr lang="zh-CN" altLang="en-US"/>
        </a:p>
      </dgm:t>
    </dgm:pt>
    <dgm:pt modelId="{41FB4D12-7146-4F65-85A5-F52EC4D76323}">
      <dgm:prSet phldrT="[文本]"/>
      <dgm:spPr/>
      <dgm:t>
        <a:bodyPr/>
        <a:lstStyle/>
        <a:p>
          <a:r>
            <a:rPr lang="zh-CN" altLang="en-US" dirty="0"/>
            <a:t>数据库管理软件</a:t>
          </a:r>
        </a:p>
      </dgm:t>
    </dgm:pt>
    <dgm:pt modelId="{506B7563-1829-4F12-95AE-DCC58EF7BB98}" type="parTrans" cxnId="{999309A0-FDCF-4878-B27B-6A0456FE5FDF}">
      <dgm:prSet/>
      <dgm:spPr/>
      <dgm:t>
        <a:bodyPr/>
        <a:lstStyle/>
        <a:p>
          <a:endParaRPr lang="zh-CN" altLang="en-US"/>
        </a:p>
      </dgm:t>
    </dgm:pt>
    <dgm:pt modelId="{5E9E318A-B55E-43D8-B357-01DB17C66F02}" type="sibTrans" cxnId="{999309A0-FDCF-4878-B27B-6A0456FE5FDF}">
      <dgm:prSet/>
      <dgm:spPr/>
      <dgm:t>
        <a:bodyPr/>
        <a:lstStyle/>
        <a:p>
          <a:endParaRPr lang="zh-CN" altLang="en-US"/>
        </a:p>
      </dgm:t>
    </dgm:pt>
    <dgm:pt modelId="{571B91A0-039C-4FAB-9385-7B30861179BE}">
      <dgm:prSet phldrT="[文本]"/>
      <dgm:spPr/>
      <dgm:t>
        <a:bodyPr/>
        <a:lstStyle/>
        <a:p>
          <a:r>
            <a:rPr lang="en-US" altLang="zh-CN" dirty="0" err="1"/>
            <a:t>Wps</a:t>
          </a:r>
          <a:endParaRPr lang="zh-CN" altLang="en-US" dirty="0"/>
        </a:p>
      </dgm:t>
    </dgm:pt>
    <dgm:pt modelId="{ABFBF0D0-1A9E-453F-B362-1C68B6C20577}" type="parTrans" cxnId="{C7B3F9C7-29E6-4223-A9D0-536C5DA49CB8}">
      <dgm:prSet/>
      <dgm:spPr/>
      <dgm:t>
        <a:bodyPr/>
        <a:lstStyle/>
        <a:p>
          <a:endParaRPr lang="zh-CN" altLang="en-US"/>
        </a:p>
      </dgm:t>
    </dgm:pt>
    <dgm:pt modelId="{13944E0A-0B06-4378-88B3-24B7D56F54B9}" type="sibTrans" cxnId="{C7B3F9C7-29E6-4223-A9D0-536C5DA49CB8}">
      <dgm:prSet/>
      <dgm:spPr/>
      <dgm:t>
        <a:bodyPr/>
        <a:lstStyle/>
        <a:p>
          <a:endParaRPr lang="zh-CN" altLang="en-US"/>
        </a:p>
      </dgm:t>
    </dgm:pt>
    <dgm:pt modelId="{7A9ACE94-59F5-43F0-8C4D-932CEC180782}">
      <dgm:prSet phldrT="[文本]"/>
      <dgm:spPr/>
      <dgm:t>
        <a:bodyPr/>
        <a:lstStyle/>
        <a:p>
          <a:r>
            <a:rPr lang="en-US" altLang="zh-CN" dirty="0"/>
            <a:t>QQ</a:t>
          </a:r>
          <a:r>
            <a:rPr lang="zh-CN" altLang="en-US" dirty="0"/>
            <a:t>、微信、抖音</a:t>
          </a:r>
          <a:r>
            <a:rPr lang="en-US" altLang="zh-CN" dirty="0"/>
            <a:t>……</a:t>
          </a:r>
          <a:endParaRPr lang="zh-CN" altLang="en-US" dirty="0"/>
        </a:p>
      </dgm:t>
    </dgm:pt>
    <dgm:pt modelId="{CCBB89BC-E290-4B23-BAE9-5388C79EEBF1}" type="parTrans" cxnId="{5EFF73E3-5C4D-4CB5-9A27-5D2A3768607D}">
      <dgm:prSet/>
      <dgm:spPr/>
      <dgm:t>
        <a:bodyPr/>
        <a:lstStyle/>
        <a:p>
          <a:endParaRPr lang="zh-CN" altLang="en-US"/>
        </a:p>
      </dgm:t>
    </dgm:pt>
    <dgm:pt modelId="{A262E641-B939-4609-820F-CFA707534FD1}" type="sibTrans" cxnId="{5EFF73E3-5C4D-4CB5-9A27-5D2A3768607D}">
      <dgm:prSet/>
      <dgm:spPr/>
      <dgm:t>
        <a:bodyPr/>
        <a:lstStyle/>
        <a:p>
          <a:endParaRPr lang="zh-CN" altLang="en-US"/>
        </a:p>
      </dgm:t>
    </dgm:pt>
    <dgm:pt modelId="{6ECAFAAF-60E4-4D2E-BC82-90A4BB32BFB2}">
      <dgm:prSet phldrT="[文本]"/>
      <dgm:spPr/>
      <dgm:t>
        <a:bodyPr/>
        <a:lstStyle/>
        <a:p>
          <a:r>
            <a:rPr lang="en-US" altLang="zh-CN" dirty="0"/>
            <a:t>Windows</a:t>
          </a:r>
          <a:endParaRPr lang="zh-CN" altLang="en-US" dirty="0"/>
        </a:p>
      </dgm:t>
    </dgm:pt>
    <dgm:pt modelId="{0AEBB302-7F04-4AD3-9B8D-A2D542881338}" type="parTrans" cxnId="{98588A27-697C-4D20-BEC4-8FB002423053}">
      <dgm:prSet/>
      <dgm:spPr/>
      <dgm:t>
        <a:bodyPr/>
        <a:lstStyle/>
        <a:p>
          <a:endParaRPr lang="zh-CN" altLang="en-US"/>
        </a:p>
      </dgm:t>
    </dgm:pt>
    <dgm:pt modelId="{732E5C4F-2115-4667-8523-D9560D325E16}" type="sibTrans" cxnId="{98588A27-697C-4D20-BEC4-8FB002423053}">
      <dgm:prSet/>
      <dgm:spPr/>
      <dgm:t>
        <a:bodyPr/>
        <a:lstStyle/>
        <a:p>
          <a:endParaRPr lang="zh-CN" altLang="en-US"/>
        </a:p>
      </dgm:t>
    </dgm:pt>
    <dgm:pt modelId="{F9F34C0E-FA09-4D32-B34C-5E7037922242}">
      <dgm:prSet phldrT="[文本]"/>
      <dgm:spPr/>
      <dgm:t>
        <a:bodyPr/>
        <a:lstStyle/>
        <a:p>
          <a:r>
            <a:rPr lang="en-US" altLang="zh-CN" dirty="0"/>
            <a:t>Linux</a:t>
          </a:r>
          <a:endParaRPr lang="zh-CN" altLang="en-US" dirty="0"/>
        </a:p>
      </dgm:t>
    </dgm:pt>
    <dgm:pt modelId="{9A0C236A-7984-49A8-A866-CD4195ABEFAC}" type="parTrans" cxnId="{3971EB7B-B5CD-41B0-ABBF-057958ED9A70}">
      <dgm:prSet/>
      <dgm:spPr/>
      <dgm:t>
        <a:bodyPr/>
        <a:lstStyle/>
        <a:p>
          <a:endParaRPr lang="zh-CN" altLang="en-US"/>
        </a:p>
      </dgm:t>
    </dgm:pt>
    <dgm:pt modelId="{FD49E6A6-9DEA-414C-A923-A446981B0E12}" type="sibTrans" cxnId="{3971EB7B-B5CD-41B0-ABBF-057958ED9A70}">
      <dgm:prSet/>
      <dgm:spPr/>
      <dgm:t>
        <a:bodyPr/>
        <a:lstStyle/>
        <a:p>
          <a:endParaRPr lang="zh-CN" altLang="en-US"/>
        </a:p>
      </dgm:t>
    </dgm:pt>
    <dgm:pt modelId="{D75E0ABA-37F9-400F-B23F-E984D0707B35}">
      <dgm:prSet phldrT="[文本]"/>
      <dgm:spPr/>
      <dgm:t>
        <a:bodyPr/>
        <a:lstStyle/>
        <a:p>
          <a:r>
            <a:rPr lang="en-US" altLang="zh-CN" dirty="0"/>
            <a:t>Android</a:t>
          </a:r>
          <a:endParaRPr lang="zh-CN" altLang="en-US" dirty="0"/>
        </a:p>
      </dgm:t>
    </dgm:pt>
    <dgm:pt modelId="{B6484F6A-90D4-407C-8F2E-339D01E234D2}" type="parTrans" cxnId="{106BED46-85F7-497D-9C9E-93ED602101B9}">
      <dgm:prSet/>
      <dgm:spPr/>
      <dgm:t>
        <a:bodyPr/>
        <a:lstStyle/>
        <a:p>
          <a:endParaRPr lang="zh-CN" altLang="en-US"/>
        </a:p>
      </dgm:t>
    </dgm:pt>
    <dgm:pt modelId="{39D80484-D675-444D-8525-D39DA967BADB}" type="sibTrans" cxnId="{106BED46-85F7-497D-9C9E-93ED602101B9}">
      <dgm:prSet/>
      <dgm:spPr/>
      <dgm:t>
        <a:bodyPr/>
        <a:lstStyle/>
        <a:p>
          <a:endParaRPr lang="zh-CN" altLang="en-US"/>
        </a:p>
      </dgm:t>
    </dgm:pt>
    <dgm:pt modelId="{7F814F75-38A6-4B90-A53C-303E8B05C1B3}">
      <dgm:prSet phldrT="[文本]"/>
      <dgm:spPr/>
      <dgm:t>
        <a:bodyPr/>
        <a:lstStyle/>
        <a:p>
          <a:r>
            <a:rPr lang="en-US" altLang="zh-CN" dirty="0"/>
            <a:t>HarmonyOS</a:t>
          </a:r>
          <a:endParaRPr lang="zh-CN" altLang="en-US" dirty="0"/>
        </a:p>
      </dgm:t>
    </dgm:pt>
    <dgm:pt modelId="{54F10297-A762-408C-A8DE-D075F4D3DE20}" type="parTrans" cxnId="{C6521044-76AD-489D-B3D3-ACBA0E330B1A}">
      <dgm:prSet/>
      <dgm:spPr/>
      <dgm:t>
        <a:bodyPr/>
        <a:lstStyle/>
        <a:p>
          <a:endParaRPr lang="zh-CN" altLang="en-US"/>
        </a:p>
      </dgm:t>
    </dgm:pt>
    <dgm:pt modelId="{7E1A6E16-33FD-4B07-B8EB-D01AF7AD5991}" type="sibTrans" cxnId="{C6521044-76AD-489D-B3D3-ACBA0E330B1A}">
      <dgm:prSet/>
      <dgm:spPr/>
      <dgm:t>
        <a:bodyPr/>
        <a:lstStyle/>
        <a:p>
          <a:endParaRPr lang="zh-CN" altLang="en-US"/>
        </a:p>
      </dgm:t>
    </dgm:pt>
    <dgm:pt modelId="{C451B14D-5F96-41B7-AC2C-C2EC00901A63}">
      <dgm:prSet phldrT="[文本]"/>
      <dgm:spPr/>
      <dgm:t>
        <a:bodyPr/>
        <a:lstStyle/>
        <a:p>
          <a:r>
            <a:rPr lang="en-US" altLang="zh-CN" dirty="0"/>
            <a:t>IOS</a:t>
          </a:r>
          <a:endParaRPr lang="zh-CN" altLang="en-US" dirty="0"/>
        </a:p>
      </dgm:t>
    </dgm:pt>
    <dgm:pt modelId="{6AE85CD7-B768-4E35-A253-EFF83904941E}" type="parTrans" cxnId="{C9932529-D34B-4EC9-B115-BB92D98CF319}">
      <dgm:prSet/>
      <dgm:spPr/>
      <dgm:t>
        <a:bodyPr/>
        <a:lstStyle/>
        <a:p>
          <a:endParaRPr lang="zh-CN" altLang="en-US"/>
        </a:p>
      </dgm:t>
    </dgm:pt>
    <dgm:pt modelId="{A036EA5D-1620-46F0-9158-406227EBEFB1}" type="sibTrans" cxnId="{C9932529-D34B-4EC9-B115-BB92D98CF319}">
      <dgm:prSet/>
      <dgm:spPr/>
      <dgm:t>
        <a:bodyPr/>
        <a:lstStyle/>
        <a:p>
          <a:endParaRPr lang="zh-CN" altLang="en-US"/>
        </a:p>
      </dgm:t>
    </dgm:pt>
    <dgm:pt modelId="{00409BB4-A8B6-4E53-B34E-B279645FE90C}">
      <dgm:prSet phldrT="[文本]"/>
      <dgm:spPr/>
      <dgm:t>
        <a:bodyPr/>
        <a:lstStyle/>
        <a:p>
          <a:r>
            <a:rPr lang="en-US" altLang="zh-CN" dirty="0"/>
            <a:t>RAM</a:t>
          </a:r>
          <a:endParaRPr lang="zh-CN" altLang="en-US" dirty="0"/>
        </a:p>
      </dgm:t>
    </dgm:pt>
    <dgm:pt modelId="{345E7763-E7A1-45EE-8599-0A1ED650F3D6}" type="parTrans" cxnId="{9608EBD9-DCED-44D0-8762-BAB02DAF0783}">
      <dgm:prSet/>
      <dgm:spPr/>
      <dgm:t>
        <a:bodyPr/>
        <a:lstStyle/>
        <a:p>
          <a:endParaRPr lang="zh-CN" altLang="en-US"/>
        </a:p>
      </dgm:t>
    </dgm:pt>
    <dgm:pt modelId="{5E5C32BD-D7FA-4707-9258-83B5C875A136}" type="sibTrans" cxnId="{9608EBD9-DCED-44D0-8762-BAB02DAF0783}">
      <dgm:prSet/>
      <dgm:spPr/>
      <dgm:t>
        <a:bodyPr/>
        <a:lstStyle/>
        <a:p>
          <a:endParaRPr lang="zh-CN" altLang="en-US"/>
        </a:p>
      </dgm:t>
    </dgm:pt>
    <dgm:pt modelId="{479578FC-B816-471E-89B0-B00AC18AA9B4}">
      <dgm:prSet phldrT="[文本]"/>
      <dgm:spPr/>
      <dgm:t>
        <a:bodyPr/>
        <a:lstStyle/>
        <a:p>
          <a:r>
            <a:rPr lang="en-US" altLang="zh-CN" dirty="0"/>
            <a:t>ROM</a:t>
          </a:r>
          <a:endParaRPr lang="zh-CN" altLang="en-US" dirty="0"/>
        </a:p>
      </dgm:t>
    </dgm:pt>
    <dgm:pt modelId="{5CFA1729-6AB9-49A4-BAC8-99DCF3783D60}" type="parTrans" cxnId="{E1A82639-D452-4329-8BC0-469015931001}">
      <dgm:prSet/>
      <dgm:spPr/>
      <dgm:t>
        <a:bodyPr/>
        <a:lstStyle/>
        <a:p>
          <a:endParaRPr lang="zh-CN" altLang="en-US"/>
        </a:p>
      </dgm:t>
    </dgm:pt>
    <dgm:pt modelId="{65F1ED0F-961A-40E2-B364-22BC3FBB3E88}" type="sibTrans" cxnId="{E1A82639-D452-4329-8BC0-469015931001}">
      <dgm:prSet/>
      <dgm:spPr/>
      <dgm:t>
        <a:bodyPr/>
        <a:lstStyle/>
        <a:p>
          <a:endParaRPr lang="zh-CN" altLang="en-US"/>
        </a:p>
      </dgm:t>
    </dgm:pt>
    <dgm:pt modelId="{89198CA5-BB2A-4C2A-A864-3D8CAE124F88}">
      <dgm:prSet phldrT="[文本]"/>
      <dgm:spPr/>
      <dgm:t>
        <a:bodyPr/>
        <a:lstStyle/>
        <a:p>
          <a:r>
            <a:rPr lang="zh-CN" altLang="en-US" dirty="0"/>
            <a:t>随机存储器：内存</a:t>
          </a:r>
        </a:p>
      </dgm:t>
    </dgm:pt>
    <dgm:pt modelId="{CB911C30-D698-4FF4-8554-197815DE6166}" type="parTrans" cxnId="{1D497EE0-0426-43CE-9D6E-F9B7876D4652}">
      <dgm:prSet/>
      <dgm:spPr/>
      <dgm:t>
        <a:bodyPr/>
        <a:lstStyle/>
        <a:p>
          <a:endParaRPr lang="zh-CN" altLang="en-US"/>
        </a:p>
      </dgm:t>
    </dgm:pt>
    <dgm:pt modelId="{CE2D49E9-49D1-4959-912A-8B25DF29C009}" type="sibTrans" cxnId="{1D497EE0-0426-43CE-9D6E-F9B7876D4652}">
      <dgm:prSet/>
      <dgm:spPr/>
      <dgm:t>
        <a:bodyPr/>
        <a:lstStyle/>
        <a:p>
          <a:endParaRPr lang="zh-CN" altLang="en-US"/>
        </a:p>
      </dgm:t>
    </dgm:pt>
    <dgm:pt modelId="{5AF93410-0742-4A20-91C4-D7B53740FD7C}">
      <dgm:prSet phldrT="[文本]"/>
      <dgm:spPr/>
      <dgm:t>
        <a:bodyPr/>
        <a:lstStyle/>
        <a:p>
          <a:r>
            <a:rPr lang="zh-CN" altLang="en-US" dirty="0"/>
            <a:t>只读存储器</a:t>
          </a:r>
        </a:p>
      </dgm:t>
    </dgm:pt>
    <dgm:pt modelId="{F3667EC9-654A-43AD-A002-92B4859E8B8C}" type="parTrans" cxnId="{F80C4E4B-A1CC-42A3-891B-6BC9BD29A9A9}">
      <dgm:prSet/>
      <dgm:spPr/>
      <dgm:t>
        <a:bodyPr/>
        <a:lstStyle/>
        <a:p>
          <a:endParaRPr lang="zh-CN" altLang="en-US"/>
        </a:p>
      </dgm:t>
    </dgm:pt>
    <dgm:pt modelId="{99C824CD-D387-4326-869A-8821AD30B336}" type="sibTrans" cxnId="{F80C4E4B-A1CC-42A3-891B-6BC9BD29A9A9}">
      <dgm:prSet/>
      <dgm:spPr/>
      <dgm:t>
        <a:bodyPr/>
        <a:lstStyle/>
        <a:p>
          <a:endParaRPr lang="zh-CN" altLang="en-US"/>
        </a:p>
      </dgm:t>
    </dgm:pt>
    <dgm:pt modelId="{80AB8434-2561-4606-8FB8-9A718064BCA8}">
      <dgm:prSet phldrT="[文本]"/>
      <dgm:spPr/>
      <dgm:t>
        <a:bodyPr/>
        <a:lstStyle/>
        <a:p>
          <a:r>
            <a:rPr lang="zh-CN" altLang="en-US" dirty="0"/>
            <a:t>内部存储</a:t>
          </a:r>
        </a:p>
      </dgm:t>
    </dgm:pt>
    <dgm:pt modelId="{603C747E-BC2E-4E79-BEC8-14BA0685BB4A}" type="parTrans" cxnId="{42D8A185-C477-4285-969F-A857FEB219A0}">
      <dgm:prSet/>
      <dgm:spPr/>
      <dgm:t>
        <a:bodyPr/>
        <a:lstStyle/>
        <a:p>
          <a:endParaRPr lang="zh-CN" altLang="en-US"/>
        </a:p>
      </dgm:t>
    </dgm:pt>
    <dgm:pt modelId="{589179F4-6AF6-4D56-BCA3-CD69A716867B}" type="sibTrans" cxnId="{42D8A185-C477-4285-969F-A857FEB219A0}">
      <dgm:prSet/>
      <dgm:spPr/>
      <dgm:t>
        <a:bodyPr/>
        <a:lstStyle/>
        <a:p>
          <a:endParaRPr lang="zh-CN" altLang="en-US"/>
        </a:p>
      </dgm:t>
    </dgm:pt>
    <dgm:pt modelId="{9E1E11A8-02E7-4FF5-92CA-3C890F8165D7}">
      <dgm:prSet phldrT="[文本]"/>
      <dgm:spPr/>
      <dgm:t>
        <a:bodyPr/>
        <a:lstStyle/>
        <a:p>
          <a:r>
            <a:rPr lang="zh-CN" altLang="en-US" dirty="0"/>
            <a:t>外包存储器</a:t>
          </a:r>
        </a:p>
      </dgm:t>
    </dgm:pt>
    <dgm:pt modelId="{3D5D2F8A-7AB6-4B33-83FD-4F541B503E95}" type="parTrans" cxnId="{75A43491-F321-47C9-8AF9-67F051817A2F}">
      <dgm:prSet/>
      <dgm:spPr/>
      <dgm:t>
        <a:bodyPr/>
        <a:lstStyle/>
        <a:p>
          <a:endParaRPr lang="zh-CN" altLang="en-US"/>
        </a:p>
      </dgm:t>
    </dgm:pt>
    <dgm:pt modelId="{380C19D4-01C9-441A-B89C-669E043D00D8}" type="sibTrans" cxnId="{75A43491-F321-47C9-8AF9-67F051817A2F}">
      <dgm:prSet/>
      <dgm:spPr/>
      <dgm:t>
        <a:bodyPr/>
        <a:lstStyle/>
        <a:p>
          <a:endParaRPr lang="zh-CN" altLang="en-US"/>
        </a:p>
      </dgm:t>
    </dgm:pt>
    <dgm:pt modelId="{A96272CF-7465-4191-B0FD-CB179ED4A644}">
      <dgm:prSet phldrT="[文本]"/>
      <dgm:spPr/>
      <dgm:t>
        <a:bodyPr/>
        <a:lstStyle/>
        <a:p>
          <a:r>
            <a:rPr lang="zh-CN" altLang="en-US" dirty="0"/>
            <a:t>硬盘、</a:t>
          </a:r>
          <a:r>
            <a:rPr lang="en-US" altLang="zh-CN" dirty="0"/>
            <a:t>U</a:t>
          </a:r>
          <a:r>
            <a:rPr lang="zh-CN" altLang="en-US" dirty="0"/>
            <a:t>盘、光盘、磁带</a:t>
          </a:r>
        </a:p>
      </dgm:t>
    </dgm:pt>
    <dgm:pt modelId="{7609B5D7-44BF-49DA-B80B-1A1DD87D70A1}" type="parTrans" cxnId="{1290876E-0586-477D-BF2C-759199EE9B62}">
      <dgm:prSet/>
      <dgm:spPr/>
      <dgm:t>
        <a:bodyPr/>
        <a:lstStyle/>
        <a:p>
          <a:endParaRPr lang="zh-CN" altLang="en-US"/>
        </a:p>
      </dgm:t>
    </dgm:pt>
    <dgm:pt modelId="{E89D0FD9-C072-4937-8AB2-68AC3EB06BE5}" type="sibTrans" cxnId="{1290876E-0586-477D-BF2C-759199EE9B62}">
      <dgm:prSet/>
      <dgm:spPr/>
      <dgm:t>
        <a:bodyPr/>
        <a:lstStyle/>
        <a:p>
          <a:endParaRPr lang="zh-CN" altLang="en-US"/>
        </a:p>
      </dgm:t>
    </dgm:pt>
    <dgm:pt modelId="{FA03B4E4-6F10-41F0-95EF-EB0706E4F9B3}" type="pres">
      <dgm:prSet presAssocID="{EB3234CC-A036-465F-816F-C23045A71E4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75CE4CB-7E9B-43D1-9BC2-E060B6DF1576}" type="pres">
      <dgm:prSet presAssocID="{51052AE3-C856-44E8-AE4F-1668AA68A8B7}" presName="root1" presStyleCnt="0"/>
      <dgm:spPr/>
    </dgm:pt>
    <dgm:pt modelId="{0B593F53-BCD6-4560-A852-D0EFE8A92168}" type="pres">
      <dgm:prSet presAssocID="{51052AE3-C856-44E8-AE4F-1668AA68A8B7}" presName="LevelOneTextNode" presStyleLbl="node0" presStyleIdx="0" presStyleCnt="1">
        <dgm:presLayoutVars>
          <dgm:chPref val="3"/>
        </dgm:presLayoutVars>
      </dgm:prSet>
      <dgm:spPr/>
    </dgm:pt>
    <dgm:pt modelId="{68B7ABC8-E40C-424C-9058-FF482C16F0D3}" type="pres">
      <dgm:prSet presAssocID="{51052AE3-C856-44E8-AE4F-1668AA68A8B7}" presName="level2hierChild" presStyleCnt="0"/>
      <dgm:spPr/>
    </dgm:pt>
    <dgm:pt modelId="{3078DAA0-05A4-4E2C-846B-93A241DD7DC4}" type="pres">
      <dgm:prSet presAssocID="{66FA6E00-B9FA-4EAD-B863-7DDD21D1D40A}" presName="conn2-1" presStyleLbl="parChTrans1D2" presStyleIdx="0" presStyleCnt="2"/>
      <dgm:spPr/>
    </dgm:pt>
    <dgm:pt modelId="{6DC3EC4B-BE41-4D0D-9551-F7F2AE5C34CE}" type="pres">
      <dgm:prSet presAssocID="{66FA6E00-B9FA-4EAD-B863-7DDD21D1D40A}" presName="connTx" presStyleLbl="parChTrans1D2" presStyleIdx="0" presStyleCnt="2"/>
      <dgm:spPr/>
    </dgm:pt>
    <dgm:pt modelId="{24DEE720-9A6C-4DE1-8363-DEDA8C9D5F71}" type="pres">
      <dgm:prSet presAssocID="{5D704316-DF96-4474-A85E-602B4C102086}" presName="root2" presStyleCnt="0"/>
      <dgm:spPr/>
    </dgm:pt>
    <dgm:pt modelId="{3E1B2DA8-821C-4A94-97BC-5F74E3E09485}" type="pres">
      <dgm:prSet presAssocID="{5D704316-DF96-4474-A85E-602B4C102086}" presName="LevelTwoTextNode" presStyleLbl="node2" presStyleIdx="0" presStyleCnt="2">
        <dgm:presLayoutVars>
          <dgm:chPref val="3"/>
        </dgm:presLayoutVars>
      </dgm:prSet>
      <dgm:spPr/>
    </dgm:pt>
    <dgm:pt modelId="{5DD23BE6-6E19-4AA1-91E6-3251DB402BDB}" type="pres">
      <dgm:prSet presAssocID="{5D704316-DF96-4474-A85E-602B4C102086}" presName="level3hierChild" presStyleCnt="0"/>
      <dgm:spPr/>
    </dgm:pt>
    <dgm:pt modelId="{3ED6EFBB-74C7-4E6B-9F91-224A1BA83634}" type="pres">
      <dgm:prSet presAssocID="{1AF47F9E-BECA-4555-B8A0-D5781613289A}" presName="conn2-1" presStyleLbl="parChTrans1D3" presStyleIdx="0" presStyleCnt="6"/>
      <dgm:spPr/>
    </dgm:pt>
    <dgm:pt modelId="{77F4A783-C8C2-4EC7-A2C5-11205E625F89}" type="pres">
      <dgm:prSet presAssocID="{1AF47F9E-BECA-4555-B8A0-D5781613289A}" presName="connTx" presStyleLbl="parChTrans1D3" presStyleIdx="0" presStyleCnt="6"/>
      <dgm:spPr/>
    </dgm:pt>
    <dgm:pt modelId="{075BA7CA-92BD-4FEF-887E-167C23E1F238}" type="pres">
      <dgm:prSet presAssocID="{88F6D50A-A44C-4E46-B6A4-0FF80311EA8E}" presName="root2" presStyleCnt="0"/>
      <dgm:spPr/>
    </dgm:pt>
    <dgm:pt modelId="{EFC858BE-E850-4D80-85EF-63CC49D57067}" type="pres">
      <dgm:prSet presAssocID="{88F6D50A-A44C-4E46-B6A4-0FF80311EA8E}" presName="LevelTwoTextNode" presStyleLbl="node3" presStyleIdx="0" presStyleCnt="6">
        <dgm:presLayoutVars>
          <dgm:chPref val="3"/>
        </dgm:presLayoutVars>
      </dgm:prSet>
      <dgm:spPr/>
    </dgm:pt>
    <dgm:pt modelId="{461C66B9-2097-4BDC-99BD-CCFB2A5B34ED}" type="pres">
      <dgm:prSet presAssocID="{88F6D50A-A44C-4E46-B6A4-0FF80311EA8E}" presName="level3hierChild" presStyleCnt="0"/>
      <dgm:spPr/>
    </dgm:pt>
    <dgm:pt modelId="{ABC7CDA0-E2FB-47F4-93D7-F49E560692DA}" type="pres">
      <dgm:prSet presAssocID="{96476331-CA63-42FB-BC19-93A906DEE10A}" presName="conn2-1" presStyleLbl="parChTrans1D4" presStyleIdx="0" presStyleCnt="18"/>
      <dgm:spPr/>
    </dgm:pt>
    <dgm:pt modelId="{907CE1DC-0CA3-4FB0-ADC2-5676364AB4F9}" type="pres">
      <dgm:prSet presAssocID="{96476331-CA63-42FB-BC19-93A906DEE10A}" presName="connTx" presStyleLbl="parChTrans1D4" presStyleIdx="0" presStyleCnt="18"/>
      <dgm:spPr/>
    </dgm:pt>
    <dgm:pt modelId="{AA3E4C2A-A269-4439-9E7D-897928508D29}" type="pres">
      <dgm:prSet presAssocID="{B2989C94-013B-4DD7-9039-B6CB056B9026}" presName="root2" presStyleCnt="0"/>
      <dgm:spPr/>
    </dgm:pt>
    <dgm:pt modelId="{4AF154AD-2BFF-4692-993B-2AFB682C36C9}" type="pres">
      <dgm:prSet presAssocID="{B2989C94-013B-4DD7-9039-B6CB056B9026}" presName="LevelTwoTextNode" presStyleLbl="node4" presStyleIdx="0" presStyleCnt="18">
        <dgm:presLayoutVars>
          <dgm:chPref val="3"/>
        </dgm:presLayoutVars>
      </dgm:prSet>
      <dgm:spPr/>
    </dgm:pt>
    <dgm:pt modelId="{E42505F7-C803-46BD-8BCA-173FFD20B462}" type="pres">
      <dgm:prSet presAssocID="{B2989C94-013B-4DD7-9039-B6CB056B9026}" presName="level3hierChild" presStyleCnt="0"/>
      <dgm:spPr/>
    </dgm:pt>
    <dgm:pt modelId="{7D362EC7-249F-44A9-B5E2-B034DAC111AC}" type="pres">
      <dgm:prSet presAssocID="{D7796C22-FBBA-461A-A388-8DC6370BE968}" presName="conn2-1" presStyleLbl="parChTrans1D4" presStyleIdx="1" presStyleCnt="18"/>
      <dgm:spPr/>
    </dgm:pt>
    <dgm:pt modelId="{E0B4C143-1D26-4F5F-A432-A072FB4CE7C4}" type="pres">
      <dgm:prSet presAssocID="{D7796C22-FBBA-461A-A388-8DC6370BE968}" presName="connTx" presStyleLbl="parChTrans1D4" presStyleIdx="1" presStyleCnt="18"/>
      <dgm:spPr/>
    </dgm:pt>
    <dgm:pt modelId="{EB45402D-24F8-4B2A-B604-28EC6CE4C0AA}" type="pres">
      <dgm:prSet presAssocID="{F449E062-1D9B-49AB-B102-1EE578346B84}" presName="root2" presStyleCnt="0"/>
      <dgm:spPr/>
    </dgm:pt>
    <dgm:pt modelId="{5BC6DD81-2B51-4599-A6B7-4517FF3008CB}" type="pres">
      <dgm:prSet presAssocID="{F449E062-1D9B-49AB-B102-1EE578346B84}" presName="LevelTwoTextNode" presStyleLbl="node4" presStyleIdx="1" presStyleCnt="18">
        <dgm:presLayoutVars>
          <dgm:chPref val="3"/>
        </dgm:presLayoutVars>
      </dgm:prSet>
      <dgm:spPr/>
    </dgm:pt>
    <dgm:pt modelId="{1D6AA524-4813-42D8-8CD7-E84402EAF801}" type="pres">
      <dgm:prSet presAssocID="{F449E062-1D9B-49AB-B102-1EE578346B84}" presName="level3hierChild" presStyleCnt="0"/>
      <dgm:spPr/>
    </dgm:pt>
    <dgm:pt modelId="{FDE1B4A8-EB91-4C3A-9DF6-0F4AFAEBC4C5}" type="pres">
      <dgm:prSet presAssocID="{3F10FB54-E1AF-4DA3-B72B-07DC7A7D9C52}" presName="conn2-1" presStyleLbl="parChTrans1D3" presStyleIdx="1" presStyleCnt="6"/>
      <dgm:spPr/>
    </dgm:pt>
    <dgm:pt modelId="{548F4638-DB2D-4338-BA56-3D0C14AAC17C}" type="pres">
      <dgm:prSet presAssocID="{3F10FB54-E1AF-4DA3-B72B-07DC7A7D9C52}" presName="connTx" presStyleLbl="parChTrans1D3" presStyleIdx="1" presStyleCnt="6"/>
      <dgm:spPr/>
    </dgm:pt>
    <dgm:pt modelId="{8D91D115-A806-4A94-9997-83421CED98B5}" type="pres">
      <dgm:prSet presAssocID="{A0D8E707-5FA6-45C0-9638-79A63C587EA5}" presName="root2" presStyleCnt="0"/>
      <dgm:spPr/>
    </dgm:pt>
    <dgm:pt modelId="{A9775581-5511-4C2C-AE64-B4AD9843EB13}" type="pres">
      <dgm:prSet presAssocID="{A0D8E707-5FA6-45C0-9638-79A63C587EA5}" presName="LevelTwoTextNode" presStyleLbl="node3" presStyleIdx="1" presStyleCnt="6">
        <dgm:presLayoutVars>
          <dgm:chPref val="3"/>
        </dgm:presLayoutVars>
      </dgm:prSet>
      <dgm:spPr/>
    </dgm:pt>
    <dgm:pt modelId="{0D27F94D-3389-4503-BFFD-A354A24A8FAA}" type="pres">
      <dgm:prSet presAssocID="{A0D8E707-5FA6-45C0-9638-79A63C587EA5}" presName="level3hierChild" presStyleCnt="0"/>
      <dgm:spPr/>
    </dgm:pt>
    <dgm:pt modelId="{C251B781-0CD0-4800-A00D-70FF5BF7A00E}" type="pres">
      <dgm:prSet presAssocID="{603C747E-BC2E-4E79-BEC8-14BA0685BB4A}" presName="conn2-1" presStyleLbl="parChTrans1D4" presStyleIdx="2" presStyleCnt="18"/>
      <dgm:spPr/>
    </dgm:pt>
    <dgm:pt modelId="{D5C0BD57-0E62-4BE7-BEB2-A96E4FD98FC0}" type="pres">
      <dgm:prSet presAssocID="{603C747E-BC2E-4E79-BEC8-14BA0685BB4A}" presName="connTx" presStyleLbl="parChTrans1D4" presStyleIdx="2" presStyleCnt="18"/>
      <dgm:spPr/>
    </dgm:pt>
    <dgm:pt modelId="{A227DF53-C74B-4C95-8707-0E0571966C98}" type="pres">
      <dgm:prSet presAssocID="{80AB8434-2561-4606-8FB8-9A718064BCA8}" presName="root2" presStyleCnt="0"/>
      <dgm:spPr/>
    </dgm:pt>
    <dgm:pt modelId="{914C0093-603D-4ACA-BAF1-A1D882A66F42}" type="pres">
      <dgm:prSet presAssocID="{80AB8434-2561-4606-8FB8-9A718064BCA8}" presName="LevelTwoTextNode" presStyleLbl="node4" presStyleIdx="2" presStyleCnt="18">
        <dgm:presLayoutVars>
          <dgm:chPref val="3"/>
        </dgm:presLayoutVars>
      </dgm:prSet>
      <dgm:spPr/>
    </dgm:pt>
    <dgm:pt modelId="{F1418EB3-50DF-43F5-912F-84337D979F3F}" type="pres">
      <dgm:prSet presAssocID="{80AB8434-2561-4606-8FB8-9A718064BCA8}" presName="level3hierChild" presStyleCnt="0"/>
      <dgm:spPr/>
    </dgm:pt>
    <dgm:pt modelId="{BB64CC93-ECE0-418C-B82F-0CC7A0411290}" type="pres">
      <dgm:prSet presAssocID="{345E7763-E7A1-45EE-8599-0A1ED650F3D6}" presName="conn2-1" presStyleLbl="parChTrans1D4" presStyleIdx="3" presStyleCnt="18"/>
      <dgm:spPr/>
    </dgm:pt>
    <dgm:pt modelId="{6A116FD1-47E8-4CC7-8954-AE7DED30DB5F}" type="pres">
      <dgm:prSet presAssocID="{345E7763-E7A1-45EE-8599-0A1ED650F3D6}" presName="connTx" presStyleLbl="parChTrans1D4" presStyleIdx="3" presStyleCnt="18"/>
      <dgm:spPr/>
    </dgm:pt>
    <dgm:pt modelId="{61F3DC86-55D3-40EF-929E-639B373FBAD3}" type="pres">
      <dgm:prSet presAssocID="{00409BB4-A8B6-4E53-B34E-B279645FE90C}" presName="root2" presStyleCnt="0"/>
      <dgm:spPr/>
    </dgm:pt>
    <dgm:pt modelId="{72FDCAFE-A84D-448D-8715-FDEEAAFFE810}" type="pres">
      <dgm:prSet presAssocID="{00409BB4-A8B6-4E53-B34E-B279645FE90C}" presName="LevelTwoTextNode" presStyleLbl="node4" presStyleIdx="3" presStyleCnt="18">
        <dgm:presLayoutVars>
          <dgm:chPref val="3"/>
        </dgm:presLayoutVars>
      </dgm:prSet>
      <dgm:spPr/>
    </dgm:pt>
    <dgm:pt modelId="{DE76AA89-20FE-42E5-85D5-92B3DA0F44B8}" type="pres">
      <dgm:prSet presAssocID="{00409BB4-A8B6-4E53-B34E-B279645FE90C}" presName="level3hierChild" presStyleCnt="0"/>
      <dgm:spPr/>
    </dgm:pt>
    <dgm:pt modelId="{2F86DA1A-9EB6-4603-865A-408EF97ACAB0}" type="pres">
      <dgm:prSet presAssocID="{CB911C30-D698-4FF4-8554-197815DE6166}" presName="conn2-1" presStyleLbl="parChTrans1D4" presStyleIdx="4" presStyleCnt="18"/>
      <dgm:spPr/>
    </dgm:pt>
    <dgm:pt modelId="{4C4C9A11-783C-4646-8BB1-92044218E585}" type="pres">
      <dgm:prSet presAssocID="{CB911C30-D698-4FF4-8554-197815DE6166}" presName="connTx" presStyleLbl="parChTrans1D4" presStyleIdx="4" presStyleCnt="18"/>
      <dgm:spPr/>
    </dgm:pt>
    <dgm:pt modelId="{90F51CFC-2AA7-4DD0-A021-EBDE39669A3A}" type="pres">
      <dgm:prSet presAssocID="{89198CA5-BB2A-4C2A-A864-3D8CAE124F88}" presName="root2" presStyleCnt="0"/>
      <dgm:spPr/>
    </dgm:pt>
    <dgm:pt modelId="{2CBAE025-A68F-43D4-BEF7-E36A88AB0480}" type="pres">
      <dgm:prSet presAssocID="{89198CA5-BB2A-4C2A-A864-3D8CAE124F88}" presName="LevelTwoTextNode" presStyleLbl="node4" presStyleIdx="4" presStyleCnt="18">
        <dgm:presLayoutVars>
          <dgm:chPref val="3"/>
        </dgm:presLayoutVars>
      </dgm:prSet>
      <dgm:spPr/>
    </dgm:pt>
    <dgm:pt modelId="{BFB68EE0-DC42-466A-A24F-512ACEB75139}" type="pres">
      <dgm:prSet presAssocID="{89198CA5-BB2A-4C2A-A864-3D8CAE124F88}" presName="level3hierChild" presStyleCnt="0"/>
      <dgm:spPr/>
    </dgm:pt>
    <dgm:pt modelId="{1F58DC39-E9E6-46A2-9BA0-34CC276DF4FC}" type="pres">
      <dgm:prSet presAssocID="{5CFA1729-6AB9-49A4-BAC8-99DCF3783D60}" presName="conn2-1" presStyleLbl="parChTrans1D4" presStyleIdx="5" presStyleCnt="18"/>
      <dgm:spPr/>
    </dgm:pt>
    <dgm:pt modelId="{C3B4FEAF-6B1A-4C37-88BD-3E3CF85A57CB}" type="pres">
      <dgm:prSet presAssocID="{5CFA1729-6AB9-49A4-BAC8-99DCF3783D60}" presName="connTx" presStyleLbl="parChTrans1D4" presStyleIdx="5" presStyleCnt="18"/>
      <dgm:spPr/>
    </dgm:pt>
    <dgm:pt modelId="{CC349C04-BD02-4FC5-913C-A572EDC11BE6}" type="pres">
      <dgm:prSet presAssocID="{479578FC-B816-471E-89B0-B00AC18AA9B4}" presName="root2" presStyleCnt="0"/>
      <dgm:spPr/>
    </dgm:pt>
    <dgm:pt modelId="{86EECBE2-5614-4A55-A726-FAF24ADA93F7}" type="pres">
      <dgm:prSet presAssocID="{479578FC-B816-471E-89B0-B00AC18AA9B4}" presName="LevelTwoTextNode" presStyleLbl="node4" presStyleIdx="5" presStyleCnt="18">
        <dgm:presLayoutVars>
          <dgm:chPref val="3"/>
        </dgm:presLayoutVars>
      </dgm:prSet>
      <dgm:spPr/>
    </dgm:pt>
    <dgm:pt modelId="{00CD03FD-68FD-4B76-8EFB-A00C674F00E4}" type="pres">
      <dgm:prSet presAssocID="{479578FC-B816-471E-89B0-B00AC18AA9B4}" presName="level3hierChild" presStyleCnt="0"/>
      <dgm:spPr/>
    </dgm:pt>
    <dgm:pt modelId="{4674AC8C-5E59-4E9B-A4EC-49997B385348}" type="pres">
      <dgm:prSet presAssocID="{F3667EC9-654A-43AD-A002-92B4859E8B8C}" presName="conn2-1" presStyleLbl="parChTrans1D4" presStyleIdx="6" presStyleCnt="18"/>
      <dgm:spPr/>
    </dgm:pt>
    <dgm:pt modelId="{536B43E2-235A-4321-B24C-5E043DD725D1}" type="pres">
      <dgm:prSet presAssocID="{F3667EC9-654A-43AD-A002-92B4859E8B8C}" presName="connTx" presStyleLbl="parChTrans1D4" presStyleIdx="6" presStyleCnt="18"/>
      <dgm:spPr/>
    </dgm:pt>
    <dgm:pt modelId="{01C1C5D5-A184-4496-9E3B-AEC73CBA8D94}" type="pres">
      <dgm:prSet presAssocID="{5AF93410-0742-4A20-91C4-D7B53740FD7C}" presName="root2" presStyleCnt="0"/>
      <dgm:spPr/>
    </dgm:pt>
    <dgm:pt modelId="{81445132-40A2-40C2-B679-27B9FDCCB18E}" type="pres">
      <dgm:prSet presAssocID="{5AF93410-0742-4A20-91C4-D7B53740FD7C}" presName="LevelTwoTextNode" presStyleLbl="node4" presStyleIdx="6" presStyleCnt="18">
        <dgm:presLayoutVars>
          <dgm:chPref val="3"/>
        </dgm:presLayoutVars>
      </dgm:prSet>
      <dgm:spPr/>
    </dgm:pt>
    <dgm:pt modelId="{F101C531-6A77-4159-8481-483ED370CC60}" type="pres">
      <dgm:prSet presAssocID="{5AF93410-0742-4A20-91C4-D7B53740FD7C}" presName="level3hierChild" presStyleCnt="0"/>
      <dgm:spPr/>
    </dgm:pt>
    <dgm:pt modelId="{C3C7D1DB-34B1-40B9-ABDE-9DE5709F00BF}" type="pres">
      <dgm:prSet presAssocID="{3D5D2F8A-7AB6-4B33-83FD-4F541B503E95}" presName="conn2-1" presStyleLbl="parChTrans1D4" presStyleIdx="7" presStyleCnt="18"/>
      <dgm:spPr/>
    </dgm:pt>
    <dgm:pt modelId="{67F5A75E-DC98-4A35-AA06-3064829E99C4}" type="pres">
      <dgm:prSet presAssocID="{3D5D2F8A-7AB6-4B33-83FD-4F541B503E95}" presName="connTx" presStyleLbl="parChTrans1D4" presStyleIdx="7" presStyleCnt="18"/>
      <dgm:spPr/>
    </dgm:pt>
    <dgm:pt modelId="{608CF207-1D4F-4B19-B085-30282602CA19}" type="pres">
      <dgm:prSet presAssocID="{9E1E11A8-02E7-4FF5-92CA-3C890F8165D7}" presName="root2" presStyleCnt="0"/>
      <dgm:spPr/>
    </dgm:pt>
    <dgm:pt modelId="{01CE5859-0BFE-4A66-A679-9D9F9A16644D}" type="pres">
      <dgm:prSet presAssocID="{9E1E11A8-02E7-4FF5-92CA-3C890F8165D7}" presName="LevelTwoTextNode" presStyleLbl="node4" presStyleIdx="7" presStyleCnt="18">
        <dgm:presLayoutVars>
          <dgm:chPref val="3"/>
        </dgm:presLayoutVars>
      </dgm:prSet>
      <dgm:spPr/>
    </dgm:pt>
    <dgm:pt modelId="{A5AEB171-0EF1-4681-AF6D-6622FF5B7EC8}" type="pres">
      <dgm:prSet presAssocID="{9E1E11A8-02E7-4FF5-92CA-3C890F8165D7}" presName="level3hierChild" presStyleCnt="0"/>
      <dgm:spPr/>
    </dgm:pt>
    <dgm:pt modelId="{4BFFA32C-8225-478C-9CEE-2C0C7D48B235}" type="pres">
      <dgm:prSet presAssocID="{7609B5D7-44BF-49DA-B80B-1A1DD87D70A1}" presName="conn2-1" presStyleLbl="parChTrans1D4" presStyleIdx="8" presStyleCnt="18"/>
      <dgm:spPr/>
    </dgm:pt>
    <dgm:pt modelId="{144D18A2-53FD-4431-BEBE-A24834EEC8B9}" type="pres">
      <dgm:prSet presAssocID="{7609B5D7-44BF-49DA-B80B-1A1DD87D70A1}" presName="connTx" presStyleLbl="parChTrans1D4" presStyleIdx="8" presStyleCnt="18"/>
      <dgm:spPr/>
    </dgm:pt>
    <dgm:pt modelId="{789165CC-8350-4C37-955F-60ADB20DDD42}" type="pres">
      <dgm:prSet presAssocID="{A96272CF-7465-4191-B0FD-CB179ED4A644}" presName="root2" presStyleCnt="0"/>
      <dgm:spPr/>
    </dgm:pt>
    <dgm:pt modelId="{355E416A-9E07-4CE0-A799-0C38B5C426D4}" type="pres">
      <dgm:prSet presAssocID="{A96272CF-7465-4191-B0FD-CB179ED4A644}" presName="LevelTwoTextNode" presStyleLbl="node4" presStyleIdx="8" presStyleCnt="18" custScaleX="255813">
        <dgm:presLayoutVars>
          <dgm:chPref val="3"/>
        </dgm:presLayoutVars>
      </dgm:prSet>
      <dgm:spPr/>
    </dgm:pt>
    <dgm:pt modelId="{D3D09A5B-3B6C-48B8-B384-D1F70F7F72F9}" type="pres">
      <dgm:prSet presAssocID="{A96272CF-7465-4191-B0FD-CB179ED4A644}" presName="level3hierChild" presStyleCnt="0"/>
      <dgm:spPr/>
    </dgm:pt>
    <dgm:pt modelId="{A617A74A-9E75-4385-9933-0079DBEE3DE6}" type="pres">
      <dgm:prSet presAssocID="{89618B7E-8CBD-4B96-8965-E395E012B299}" presName="conn2-1" presStyleLbl="parChTrans1D3" presStyleIdx="2" presStyleCnt="6"/>
      <dgm:spPr/>
    </dgm:pt>
    <dgm:pt modelId="{0EAE9862-46D0-40E9-A580-17CC35070856}" type="pres">
      <dgm:prSet presAssocID="{89618B7E-8CBD-4B96-8965-E395E012B299}" presName="connTx" presStyleLbl="parChTrans1D3" presStyleIdx="2" presStyleCnt="6"/>
      <dgm:spPr/>
    </dgm:pt>
    <dgm:pt modelId="{867F47BC-FDBA-4FA8-AAC4-D10D99664CF0}" type="pres">
      <dgm:prSet presAssocID="{462E291B-8105-403E-847B-10752B343CBA}" presName="root2" presStyleCnt="0"/>
      <dgm:spPr/>
    </dgm:pt>
    <dgm:pt modelId="{EECC48AC-ED9D-4C8F-A92C-997B184AB688}" type="pres">
      <dgm:prSet presAssocID="{462E291B-8105-403E-847B-10752B343CBA}" presName="LevelTwoTextNode" presStyleLbl="node3" presStyleIdx="2" presStyleCnt="6">
        <dgm:presLayoutVars>
          <dgm:chPref val="3"/>
        </dgm:presLayoutVars>
      </dgm:prSet>
      <dgm:spPr/>
    </dgm:pt>
    <dgm:pt modelId="{2C3E4054-EECF-4933-A92E-0DD07F773B8E}" type="pres">
      <dgm:prSet presAssocID="{462E291B-8105-403E-847B-10752B343CBA}" presName="level3hierChild" presStyleCnt="0"/>
      <dgm:spPr/>
    </dgm:pt>
    <dgm:pt modelId="{608FAE0E-64FD-4CED-836F-84492079F7E8}" type="pres">
      <dgm:prSet presAssocID="{CB6FB0E3-4FDC-48F4-A323-2153B86B2CA0}" presName="conn2-1" presStyleLbl="parChTrans1D3" presStyleIdx="3" presStyleCnt="6"/>
      <dgm:spPr/>
    </dgm:pt>
    <dgm:pt modelId="{54A451F1-D55D-4E25-BA83-7AA6EDE692C3}" type="pres">
      <dgm:prSet presAssocID="{CB6FB0E3-4FDC-48F4-A323-2153B86B2CA0}" presName="connTx" presStyleLbl="parChTrans1D3" presStyleIdx="3" presStyleCnt="6"/>
      <dgm:spPr/>
    </dgm:pt>
    <dgm:pt modelId="{1F44CF8A-DB40-4244-BB6E-6E84764D6AA1}" type="pres">
      <dgm:prSet presAssocID="{F6DF4ABF-DF11-4DE2-AC34-27AB9FD3BB7B}" presName="root2" presStyleCnt="0"/>
      <dgm:spPr/>
    </dgm:pt>
    <dgm:pt modelId="{CC8D4858-3B4F-4B71-98C9-1FBD9A85B4B2}" type="pres">
      <dgm:prSet presAssocID="{F6DF4ABF-DF11-4DE2-AC34-27AB9FD3BB7B}" presName="LevelTwoTextNode" presStyleLbl="node3" presStyleIdx="3" presStyleCnt="6">
        <dgm:presLayoutVars>
          <dgm:chPref val="3"/>
        </dgm:presLayoutVars>
      </dgm:prSet>
      <dgm:spPr/>
    </dgm:pt>
    <dgm:pt modelId="{FF9DF610-6526-4650-B0F4-D6F016B22F8C}" type="pres">
      <dgm:prSet presAssocID="{F6DF4ABF-DF11-4DE2-AC34-27AB9FD3BB7B}" presName="level3hierChild" presStyleCnt="0"/>
      <dgm:spPr/>
    </dgm:pt>
    <dgm:pt modelId="{AD9544CE-69C3-4BBE-B076-D646234C8612}" type="pres">
      <dgm:prSet presAssocID="{852FFDE7-BFAB-4051-AC31-C73FA1F341FD}" presName="conn2-1" presStyleLbl="parChTrans1D2" presStyleIdx="1" presStyleCnt="2"/>
      <dgm:spPr/>
    </dgm:pt>
    <dgm:pt modelId="{006491B0-A655-41D8-94AD-F5E3EA1064D5}" type="pres">
      <dgm:prSet presAssocID="{852FFDE7-BFAB-4051-AC31-C73FA1F341FD}" presName="connTx" presStyleLbl="parChTrans1D2" presStyleIdx="1" presStyleCnt="2"/>
      <dgm:spPr/>
    </dgm:pt>
    <dgm:pt modelId="{818EF57D-78F1-43F5-B908-324B7D39BC81}" type="pres">
      <dgm:prSet presAssocID="{4CEBBBC4-53BB-4C6D-8787-0232D70226D9}" presName="root2" presStyleCnt="0"/>
      <dgm:spPr/>
    </dgm:pt>
    <dgm:pt modelId="{A4F21135-B4D0-4D5D-BE39-C35E6DB8B439}" type="pres">
      <dgm:prSet presAssocID="{4CEBBBC4-53BB-4C6D-8787-0232D70226D9}" presName="LevelTwoTextNode" presStyleLbl="node2" presStyleIdx="1" presStyleCnt="2">
        <dgm:presLayoutVars>
          <dgm:chPref val="3"/>
        </dgm:presLayoutVars>
      </dgm:prSet>
      <dgm:spPr/>
    </dgm:pt>
    <dgm:pt modelId="{4C7008DF-9485-4407-8E37-0D2F5E04D1C8}" type="pres">
      <dgm:prSet presAssocID="{4CEBBBC4-53BB-4C6D-8787-0232D70226D9}" presName="level3hierChild" presStyleCnt="0"/>
      <dgm:spPr/>
    </dgm:pt>
    <dgm:pt modelId="{5A6AB6CB-253C-4FE2-8D3A-17B2CA2390FE}" type="pres">
      <dgm:prSet presAssocID="{8EC5FA90-140A-4DA8-869E-38D4A62FB80C}" presName="conn2-1" presStyleLbl="parChTrans1D3" presStyleIdx="4" presStyleCnt="6"/>
      <dgm:spPr/>
    </dgm:pt>
    <dgm:pt modelId="{B7C7C473-6328-4291-B7A0-5EFF8FFC061D}" type="pres">
      <dgm:prSet presAssocID="{8EC5FA90-140A-4DA8-869E-38D4A62FB80C}" presName="connTx" presStyleLbl="parChTrans1D3" presStyleIdx="4" presStyleCnt="6"/>
      <dgm:spPr/>
    </dgm:pt>
    <dgm:pt modelId="{64910991-BDDE-4CCB-8BBA-0F8EA9494CCF}" type="pres">
      <dgm:prSet presAssocID="{AB5B9929-1509-43AE-AFB3-BCD877B660D3}" presName="root2" presStyleCnt="0"/>
      <dgm:spPr/>
    </dgm:pt>
    <dgm:pt modelId="{7450ABEA-44F7-406B-94B1-D4A02ED9E565}" type="pres">
      <dgm:prSet presAssocID="{AB5B9929-1509-43AE-AFB3-BCD877B660D3}" presName="LevelTwoTextNode" presStyleLbl="node3" presStyleIdx="4" presStyleCnt="6">
        <dgm:presLayoutVars>
          <dgm:chPref val="3"/>
        </dgm:presLayoutVars>
      </dgm:prSet>
      <dgm:spPr/>
    </dgm:pt>
    <dgm:pt modelId="{9CAF0A0A-85B7-4927-A522-367AD34D4319}" type="pres">
      <dgm:prSet presAssocID="{AB5B9929-1509-43AE-AFB3-BCD877B660D3}" presName="level3hierChild" presStyleCnt="0"/>
      <dgm:spPr/>
    </dgm:pt>
    <dgm:pt modelId="{0A9DA56A-BCF2-4AAA-BAC6-B1C040095268}" type="pres">
      <dgm:prSet presAssocID="{624EB6DF-9C70-4CDB-BFCF-41500F00ECE8}" presName="conn2-1" presStyleLbl="parChTrans1D4" presStyleIdx="9" presStyleCnt="18"/>
      <dgm:spPr/>
    </dgm:pt>
    <dgm:pt modelId="{9E57FE1D-446C-4CB6-AE6E-D316E4B3AB12}" type="pres">
      <dgm:prSet presAssocID="{624EB6DF-9C70-4CDB-BFCF-41500F00ECE8}" presName="connTx" presStyleLbl="parChTrans1D4" presStyleIdx="9" presStyleCnt="18"/>
      <dgm:spPr/>
    </dgm:pt>
    <dgm:pt modelId="{7AF2C8EF-5975-4E04-9C9D-0A5726D83885}" type="pres">
      <dgm:prSet presAssocID="{3D45C810-2A16-4BFE-A78D-784536AD26CC}" presName="root2" presStyleCnt="0"/>
      <dgm:spPr/>
    </dgm:pt>
    <dgm:pt modelId="{795E118B-D913-44C0-BC0E-125D6D1B9594}" type="pres">
      <dgm:prSet presAssocID="{3D45C810-2A16-4BFE-A78D-784536AD26CC}" presName="LevelTwoTextNode" presStyleLbl="node4" presStyleIdx="9" presStyleCnt="18">
        <dgm:presLayoutVars>
          <dgm:chPref val="3"/>
        </dgm:presLayoutVars>
      </dgm:prSet>
      <dgm:spPr/>
    </dgm:pt>
    <dgm:pt modelId="{8F466EC8-01B2-4409-9DCA-18DCDF721092}" type="pres">
      <dgm:prSet presAssocID="{3D45C810-2A16-4BFE-A78D-784536AD26CC}" presName="level3hierChild" presStyleCnt="0"/>
      <dgm:spPr/>
    </dgm:pt>
    <dgm:pt modelId="{AD677C2E-6539-43DF-9E94-E828CAC1821A}" type="pres">
      <dgm:prSet presAssocID="{0AEBB302-7F04-4AD3-9B8D-A2D542881338}" presName="conn2-1" presStyleLbl="parChTrans1D4" presStyleIdx="10" presStyleCnt="18"/>
      <dgm:spPr/>
    </dgm:pt>
    <dgm:pt modelId="{9E0DF639-76AA-42A5-BB24-BDECC86341C1}" type="pres">
      <dgm:prSet presAssocID="{0AEBB302-7F04-4AD3-9B8D-A2D542881338}" presName="connTx" presStyleLbl="parChTrans1D4" presStyleIdx="10" presStyleCnt="18"/>
      <dgm:spPr/>
    </dgm:pt>
    <dgm:pt modelId="{9730C6D1-0D04-452C-94BB-13217F875C4E}" type="pres">
      <dgm:prSet presAssocID="{6ECAFAAF-60E4-4D2E-BC82-90A4BB32BFB2}" presName="root2" presStyleCnt="0"/>
      <dgm:spPr/>
    </dgm:pt>
    <dgm:pt modelId="{AE1384BD-8C11-424E-B2CA-9F4BBC74D3A6}" type="pres">
      <dgm:prSet presAssocID="{6ECAFAAF-60E4-4D2E-BC82-90A4BB32BFB2}" presName="LevelTwoTextNode" presStyleLbl="node4" presStyleIdx="10" presStyleCnt="18">
        <dgm:presLayoutVars>
          <dgm:chPref val="3"/>
        </dgm:presLayoutVars>
      </dgm:prSet>
      <dgm:spPr/>
    </dgm:pt>
    <dgm:pt modelId="{D4D488E7-A2EB-483F-BCC9-65C400CFBEBE}" type="pres">
      <dgm:prSet presAssocID="{6ECAFAAF-60E4-4D2E-BC82-90A4BB32BFB2}" presName="level3hierChild" presStyleCnt="0"/>
      <dgm:spPr/>
    </dgm:pt>
    <dgm:pt modelId="{F9804F83-B37D-4D36-96F9-4F9985C876A9}" type="pres">
      <dgm:prSet presAssocID="{9A0C236A-7984-49A8-A866-CD4195ABEFAC}" presName="conn2-1" presStyleLbl="parChTrans1D4" presStyleIdx="11" presStyleCnt="18"/>
      <dgm:spPr/>
    </dgm:pt>
    <dgm:pt modelId="{C3F5B7D3-D0F7-430A-A8F7-36C33F4DF0E2}" type="pres">
      <dgm:prSet presAssocID="{9A0C236A-7984-49A8-A866-CD4195ABEFAC}" presName="connTx" presStyleLbl="parChTrans1D4" presStyleIdx="11" presStyleCnt="18"/>
      <dgm:spPr/>
    </dgm:pt>
    <dgm:pt modelId="{01E2FCDD-4431-494A-BC1E-6D4DBEB2C8A4}" type="pres">
      <dgm:prSet presAssocID="{F9F34C0E-FA09-4D32-B34C-5E7037922242}" presName="root2" presStyleCnt="0"/>
      <dgm:spPr/>
    </dgm:pt>
    <dgm:pt modelId="{163B5F1F-F93D-4910-8844-63C7C010A7A0}" type="pres">
      <dgm:prSet presAssocID="{F9F34C0E-FA09-4D32-B34C-5E7037922242}" presName="LevelTwoTextNode" presStyleLbl="node4" presStyleIdx="11" presStyleCnt="18">
        <dgm:presLayoutVars>
          <dgm:chPref val="3"/>
        </dgm:presLayoutVars>
      </dgm:prSet>
      <dgm:spPr/>
    </dgm:pt>
    <dgm:pt modelId="{F80D05F2-A0E2-434E-BD9B-E89802AB7758}" type="pres">
      <dgm:prSet presAssocID="{F9F34C0E-FA09-4D32-B34C-5E7037922242}" presName="level3hierChild" presStyleCnt="0"/>
      <dgm:spPr/>
    </dgm:pt>
    <dgm:pt modelId="{1F981B32-8375-4CB9-9CF9-8EC6973E245A}" type="pres">
      <dgm:prSet presAssocID="{B6484F6A-90D4-407C-8F2E-339D01E234D2}" presName="conn2-1" presStyleLbl="parChTrans1D4" presStyleIdx="12" presStyleCnt="18"/>
      <dgm:spPr/>
    </dgm:pt>
    <dgm:pt modelId="{2B5CF253-11D9-41A8-821C-ECF73B3C1857}" type="pres">
      <dgm:prSet presAssocID="{B6484F6A-90D4-407C-8F2E-339D01E234D2}" presName="connTx" presStyleLbl="parChTrans1D4" presStyleIdx="12" presStyleCnt="18"/>
      <dgm:spPr/>
    </dgm:pt>
    <dgm:pt modelId="{6716FD10-27AD-4066-B468-AB109F3B32BD}" type="pres">
      <dgm:prSet presAssocID="{D75E0ABA-37F9-400F-B23F-E984D0707B35}" presName="root2" presStyleCnt="0"/>
      <dgm:spPr/>
    </dgm:pt>
    <dgm:pt modelId="{0C3EC4E5-9461-4771-B717-80638A91DD8D}" type="pres">
      <dgm:prSet presAssocID="{D75E0ABA-37F9-400F-B23F-E984D0707B35}" presName="LevelTwoTextNode" presStyleLbl="node4" presStyleIdx="12" presStyleCnt="18">
        <dgm:presLayoutVars>
          <dgm:chPref val="3"/>
        </dgm:presLayoutVars>
      </dgm:prSet>
      <dgm:spPr/>
    </dgm:pt>
    <dgm:pt modelId="{500FFE33-6D6D-46CF-95F9-F4EE17750ABD}" type="pres">
      <dgm:prSet presAssocID="{D75E0ABA-37F9-400F-B23F-E984D0707B35}" presName="level3hierChild" presStyleCnt="0"/>
      <dgm:spPr/>
    </dgm:pt>
    <dgm:pt modelId="{AB806135-0012-4823-ACC7-CB1D6045786E}" type="pres">
      <dgm:prSet presAssocID="{54F10297-A762-408C-A8DE-D075F4D3DE20}" presName="conn2-1" presStyleLbl="parChTrans1D4" presStyleIdx="13" presStyleCnt="18"/>
      <dgm:spPr/>
    </dgm:pt>
    <dgm:pt modelId="{9229E1BA-1A50-401D-9551-76C11D6EF28F}" type="pres">
      <dgm:prSet presAssocID="{54F10297-A762-408C-A8DE-D075F4D3DE20}" presName="connTx" presStyleLbl="parChTrans1D4" presStyleIdx="13" presStyleCnt="18"/>
      <dgm:spPr/>
    </dgm:pt>
    <dgm:pt modelId="{B69CD761-6EBE-4F3D-B722-3C1C85311CEA}" type="pres">
      <dgm:prSet presAssocID="{7F814F75-38A6-4B90-A53C-303E8B05C1B3}" presName="root2" presStyleCnt="0"/>
      <dgm:spPr/>
    </dgm:pt>
    <dgm:pt modelId="{242C2890-BAE4-41C9-A2DF-72C554797CBE}" type="pres">
      <dgm:prSet presAssocID="{7F814F75-38A6-4B90-A53C-303E8B05C1B3}" presName="LevelTwoTextNode" presStyleLbl="node4" presStyleIdx="13" presStyleCnt="18">
        <dgm:presLayoutVars>
          <dgm:chPref val="3"/>
        </dgm:presLayoutVars>
      </dgm:prSet>
      <dgm:spPr/>
    </dgm:pt>
    <dgm:pt modelId="{3E0C5637-D54A-4911-85B1-43824FE248F6}" type="pres">
      <dgm:prSet presAssocID="{7F814F75-38A6-4B90-A53C-303E8B05C1B3}" presName="level3hierChild" presStyleCnt="0"/>
      <dgm:spPr/>
    </dgm:pt>
    <dgm:pt modelId="{5A27D6E3-2F5C-4EDD-92A3-4BC6A2A43685}" type="pres">
      <dgm:prSet presAssocID="{6AE85CD7-B768-4E35-A253-EFF83904941E}" presName="conn2-1" presStyleLbl="parChTrans1D4" presStyleIdx="14" presStyleCnt="18"/>
      <dgm:spPr/>
    </dgm:pt>
    <dgm:pt modelId="{FCC570A1-210E-4DBB-8399-3227F64EBB7C}" type="pres">
      <dgm:prSet presAssocID="{6AE85CD7-B768-4E35-A253-EFF83904941E}" presName="connTx" presStyleLbl="parChTrans1D4" presStyleIdx="14" presStyleCnt="18"/>
      <dgm:spPr/>
    </dgm:pt>
    <dgm:pt modelId="{15F4256C-4F19-46B1-90B0-3ED36DC0DEEA}" type="pres">
      <dgm:prSet presAssocID="{C451B14D-5F96-41B7-AC2C-C2EC00901A63}" presName="root2" presStyleCnt="0"/>
      <dgm:spPr/>
    </dgm:pt>
    <dgm:pt modelId="{2084FC88-00E3-4392-8E65-5AE3B678B580}" type="pres">
      <dgm:prSet presAssocID="{C451B14D-5F96-41B7-AC2C-C2EC00901A63}" presName="LevelTwoTextNode" presStyleLbl="node4" presStyleIdx="14" presStyleCnt="18">
        <dgm:presLayoutVars>
          <dgm:chPref val="3"/>
        </dgm:presLayoutVars>
      </dgm:prSet>
      <dgm:spPr/>
    </dgm:pt>
    <dgm:pt modelId="{E95CCF93-A6A6-4E3D-8A64-EBC7D99C32BF}" type="pres">
      <dgm:prSet presAssocID="{C451B14D-5F96-41B7-AC2C-C2EC00901A63}" presName="level3hierChild" presStyleCnt="0"/>
      <dgm:spPr/>
    </dgm:pt>
    <dgm:pt modelId="{81656CFE-B862-480D-A789-E03E1ED18243}" type="pres">
      <dgm:prSet presAssocID="{506B7563-1829-4F12-95AE-DCC58EF7BB98}" presName="conn2-1" presStyleLbl="parChTrans1D4" presStyleIdx="15" presStyleCnt="18"/>
      <dgm:spPr/>
    </dgm:pt>
    <dgm:pt modelId="{7D0F7CFD-6927-454C-8A6C-9A5C2D143704}" type="pres">
      <dgm:prSet presAssocID="{506B7563-1829-4F12-95AE-DCC58EF7BB98}" presName="connTx" presStyleLbl="parChTrans1D4" presStyleIdx="15" presStyleCnt="18"/>
      <dgm:spPr/>
    </dgm:pt>
    <dgm:pt modelId="{8CEB31D3-5C24-4345-9EF0-97FAE18182D4}" type="pres">
      <dgm:prSet presAssocID="{41FB4D12-7146-4F65-85A5-F52EC4D76323}" presName="root2" presStyleCnt="0"/>
      <dgm:spPr/>
    </dgm:pt>
    <dgm:pt modelId="{DD758AFD-FB21-408D-AD1F-B1FBFC7E7123}" type="pres">
      <dgm:prSet presAssocID="{41FB4D12-7146-4F65-85A5-F52EC4D76323}" presName="LevelTwoTextNode" presStyleLbl="node4" presStyleIdx="15" presStyleCnt="18" custScaleX="123464">
        <dgm:presLayoutVars>
          <dgm:chPref val="3"/>
        </dgm:presLayoutVars>
      </dgm:prSet>
      <dgm:spPr/>
    </dgm:pt>
    <dgm:pt modelId="{CAC2497C-BB4C-4E1D-B9A0-472CD2ADD7B7}" type="pres">
      <dgm:prSet presAssocID="{41FB4D12-7146-4F65-85A5-F52EC4D76323}" presName="level3hierChild" presStyleCnt="0"/>
      <dgm:spPr/>
    </dgm:pt>
    <dgm:pt modelId="{29F80236-B338-4C82-B98F-74B72EB88E73}" type="pres">
      <dgm:prSet presAssocID="{8B16BE26-656E-4647-9D1A-964932AE37DE}" presName="conn2-1" presStyleLbl="parChTrans1D3" presStyleIdx="5" presStyleCnt="6"/>
      <dgm:spPr/>
    </dgm:pt>
    <dgm:pt modelId="{80E8282C-4C2C-473E-87AF-E08616B273A6}" type="pres">
      <dgm:prSet presAssocID="{8B16BE26-656E-4647-9D1A-964932AE37DE}" presName="connTx" presStyleLbl="parChTrans1D3" presStyleIdx="5" presStyleCnt="6"/>
      <dgm:spPr/>
    </dgm:pt>
    <dgm:pt modelId="{7BF039D3-9F92-4D6A-8B7E-55A7B02E1594}" type="pres">
      <dgm:prSet presAssocID="{C1CFD6B0-A10B-4BD4-89CC-12D0C9A23467}" presName="root2" presStyleCnt="0"/>
      <dgm:spPr/>
    </dgm:pt>
    <dgm:pt modelId="{523314EE-344D-488C-AF93-C681A169EE7C}" type="pres">
      <dgm:prSet presAssocID="{C1CFD6B0-A10B-4BD4-89CC-12D0C9A23467}" presName="LevelTwoTextNode" presStyleLbl="node3" presStyleIdx="5" presStyleCnt="6">
        <dgm:presLayoutVars>
          <dgm:chPref val="3"/>
        </dgm:presLayoutVars>
      </dgm:prSet>
      <dgm:spPr/>
    </dgm:pt>
    <dgm:pt modelId="{88D080B0-40FF-4A48-859E-D0ADBB246254}" type="pres">
      <dgm:prSet presAssocID="{C1CFD6B0-A10B-4BD4-89CC-12D0C9A23467}" presName="level3hierChild" presStyleCnt="0"/>
      <dgm:spPr/>
    </dgm:pt>
    <dgm:pt modelId="{9608E48E-F158-4E6C-A475-340EB3BAC20D}" type="pres">
      <dgm:prSet presAssocID="{ABFBF0D0-1A9E-453F-B362-1C68B6C20577}" presName="conn2-1" presStyleLbl="parChTrans1D4" presStyleIdx="16" presStyleCnt="18"/>
      <dgm:spPr/>
    </dgm:pt>
    <dgm:pt modelId="{F155C6D1-5BA5-44E9-9C35-90F2D6E23DF2}" type="pres">
      <dgm:prSet presAssocID="{ABFBF0D0-1A9E-453F-B362-1C68B6C20577}" presName="connTx" presStyleLbl="parChTrans1D4" presStyleIdx="16" presStyleCnt="18"/>
      <dgm:spPr/>
    </dgm:pt>
    <dgm:pt modelId="{F44F410C-CD59-45AA-9F26-5C7DF296ECD4}" type="pres">
      <dgm:prSet presAssocID="{571B91A0-039C-4FAB-9385-7B30861179BE}" presName="root2" presStyleCnt="0"/>
      <dgm:spPr/>
    </dgm:pt>
    <dgm:pt modelId="{32920E92-9D59-4C3D-88A8-DA651B43AC5D}" type="pres">
      <dgm:prSet presAssocID="{571B91A0-039C-4FAB-9385-7B30861179BE}" presName="LevelTwoTextNode" presStyleLbl="node4" presStyleIdx="16" presStyleCnt="18">
        <dgm:presLayoutVars>
          <dgm:chPref val="3"/>
        </dgm:presLayoutVars>
      </dgm:prSet>
      <dgm:spPr/>
    </dgm:pt>
    <dgm:pt modelId="{82DA84CA-4C19-4BD4-B925-CA4593474764}" type="pres">
      <dgm:prSet presAssocID="{571B91A0-039C-4FAB-9385-7B30861179BE}" presName="level3hierChild" presStyleCnt="0"/>
      <dgm:spPr/>
    </dgm:pt>
    <dgm:pt modelId="{4742E7EA-EF1C-469D-9C1A-E4204419BA24}" type="pres">
      <dgm:prSet presAssocID="{CCBB89BC-E290-4B23-BAE9-5388C79EEBF1}" presName="conn2-1" presStyleLbl="parChTrans1D4" presStyleIdx="17" presStyleCnt="18"/>
      <dgm:spPr/>
    </dgm:pt>
    <dgm:pt modelId="{D810AA1D-8512-4B44-BBF6-CC275990E860}" type="pres">
      <dgm:prSet presAssocID="{CCBB89BC-E290-4B23-BAE9-5388C79EEBF1}" presName="connTx" presStyleLbl="parChTrans1D4" presStyleIdx="17" presStyleCnt="18"/>
      <dgm:spPr/>
    </dgm:pt>
    <dgm:pt modelId="{E020DCDB-096D-4333-99D2-00701D46270B}" type="pres">
      <dgm:prSet presAssocID="{7A9ACE94-59F5-43F0-8C4D-932CEC180782}" presName="root2" presStyleCnt="0"/>
      <dgm:spPr/>
    </dgm:pt>
    <dgm:pt modelId="{523B7BE6-1C8D-4356-934A-9B3B52FCAE3C}" type="pres">
      <dgm:prSet presAssocID="{7A9ACE94-59F5-43F0-8C4D-932CEC180782}" presName="LevelTwoTextNode" presStyleLbl="node4" presStyleIdx="17" presStyleCnt="18">
        <dgm:presLayoutVars>
          <dgm:chPref val="3"/>
        </dgm:presLayoutVars>
      </dgm:prSet>
      <dgm:spPr/>
    </dgm:pt>
    <dgm:pt modelId="{03FAD135-2BBE-47E5-9018-00D3AFBB6812}" type="pres">
      <dgm:prSet presAssocID="{7A9ACE94-59F5-43F0-8C4D-932CEC180782}" presName="level3hierChild" presStyleCnt="0"/>
      <dgm:spPr/>
    </dgm:pt>
  </dgm:ptLst>
  <dgm:cxnLst>
    <dgm:cxn modelId="{3EC80F01-E6FD-47C1-91C9-2644EC53343E}" type="presOf" srcId="{F449E062-1D9B-49AB-B102-1EE578346B84}" destId="{5BC6DD81-2B51-4599-A6B7-4517FF3008CB}" srcOrd="0" destOrd="0" presId="urn:microsoft.com/office/officeart/2005/8/layout/hierarchy2"/>
    <dgm:cxn modelId="{DB768805-59A1-411A-8D73-DAA1256D358A}" type="presOf" srcId="{0AEBB302-7F04-4AD3-9B8D-A2D542881338}" destId="{9E0DF639-76AA-42A5-BB24-BDECC86341C1}" srcOrd="1" destOrd="0" presId="urn:microsoft.com/office/officeart/2005/8/layout/hierarchy2"/>
    <dgm:cxn modelId="{17D9CE06-D5FA-4F30-B06B-CFA5427236C4}" type="presOf" srcId="{624EB6DF-9C70-4CDB-BFCF-41500F00ECE8}" destId="{0A9DA56A-BCF2-4AAA-BAC6-B1C040095268}" srcOrd="0" destOrd="0" presId="urn:microsoft.com/office/officeart/2005/8/layout/hierarchy2"/>
    <dgm:cxn modelId="{E4293D12-8E26-4A05-9D30-70CE785484EB}" type="presOf" srcId="{7F814F75-38A6-4B90-A53C-303E8B05C1B3}" destId="{242C2890-BAE4-41C9-A2DF-72C554797CBE}" srcOrd="0" destOrd="0" presId="urn:microsoft.com/office/officeart/2005/8/layout/hierarchy2"/>
    <dgm:cxn modelId="{52EF3417-2D07-4C10-B41E-602D4C3894E8}" type="presOf" srcId="{41FB4D12-7146-4F65-85A5-F52EC4D76323}" destId="{DD758AFD-FB21-408D-AD1F-B1FBFC7E7123}" srcOrd="0" destOrd="0" presId="urn:microsoft.com/office/officeart/2005/8/layout/hierarchy2"/>
    <dgm:cxn modelId="{25508D20-22AC-4FED-A594-501C9A3A1B3B}" type="presOf" srcId="{8EC5FA90-140A-4DA8-869E-38D4A62FB80C}" destId="{B7C7C473-6328-4291-B7A0-5EFF8FFC061D}" srcOrd="1" destOrd="0" presId="urn:microsoft.com/office/officeart/2005/8/layout/hierarchy2"/>
    <dgm:cxn modelId="{EA493723-14E8-4030-9117-519D28A98547}" type="presOf" srcId="{5D704316-DF96-4474-A85E-602B4C102086}" destId="{3E1B2DA8-821C-4A94-97BC-5F74E3E09485}" srcOrd="0" destOrd="0" presId="urn:microsoft.com/office/officeart/2005/8/layout/hierarchy2"/>
    <dgm:cxn modelId="{2E215824-D851-450E-8110-06DDC7A0DD50}" srcId="{51052AE3-C856-44E8-AE4F-1668AA68A8B7}" destId="{5D704316-DF96-4474-A85E-602B4C102086}" srcOrd="0" destOrd="0" parTransId="{66FA6E00-B9FA-4EAD-B863-7DDD21D1D40A}" sibTransId="{B1609458-5B13-4D0F-A66C-114F74968F59}"/>
    <dgm:cxn modelId="{CD4CF524-7D34-4A8C-874F-7306069FBE27}" srcId="{4CEBBBC4-53BB-4C6D-8787-0232D70226D9}" destId="{C1CFD6B0-A10B-4BD4-89CC-12D0C9A23467}" srcOrd="1" destOrd="0" parTransId="{8B16BE26-656E-4647-9D1A-964932AE37DE}" sibTransId="{EB92C453-314E-4B93-A75B-A31F29BE66A3}"/>
    <dgm:cxn modelId="{98588A27-697C-4D20-BEC4-8FB002423053}" srcId="{3D45C810-2A16-4BFE-A78D-784536AD26CC}" destId="{6ECAFAAF-60E4-4D2E-BC82-90A4BB32BFB2}" srcOrd="0" destOrd="0" parTransId="{0AEBB302-7F04-4AD3-9B8D-A2D542881338}" sibTransId="{732E5C4F-2115-4667-8523-D9560D325E16}"/>
    <dgm:cxn modelId="{6D16FE28-8FEB-47E6-AB76-22D917599BEA}" type="presOf" srcId="{5AF93410-0742-4A20-91C4-D7B53740FD7C}" destId="{81445132-40A2-40C2-B679-27B9FDCCB18E}" srcOrd="0" destOrd="0" presId="urn:microsoft.com/office/officeart/2005/8/layout/hierarchy2"/>
    <dgm:cxn modelId="{C9932529-D34B-4EC9-B115-BB92D98CF319}" srcId="{3D45C810-2A16-4BFE-A78D-784536AD26CC}" destId="{C451B14D-5F96-41B7-AC2C-C2EC00901A63}" srcOrd="4" destOrd="0" parTransId="{6AE85CD7-B768-4E35-A253-EFF83904941E}" sibTransId="{A036EA5D-1620-46F0-9158-406227EBEFB1}"/>
    <dgm:cxn modelId="{3E924229-A20D-4296-9450-C21B3E41EDCA}" type="presOf" srcId="{3D5D2F8A-7AB6-4B33-83FD-4F541B503E95}" destId="{C3C7D1DB-34B1-40B9-ABDE-9DE5709F00BF}" srcOrd="0" destOrd="0" presId="urn:microsoft.com/office/officeart/2005/8/layout/hierarchy2"/>
    <dgm:cxn modelId="{D40BE82A-1070-4298-A036-48CD4DD05576}" type="presOf" srcId="{CCBB89BC-E290-4B23-BAE9-5388C79EEBF1}" destId="{D810AA1D-8512-4B44-BBF6-CC275990E860}" srcOrd="1" destOrd="0" presId="urn:microsoft.com/office/officeart/2005/8/layout/hierarchy2"/>
    <dgm:cxn modelId="{1E4DA32C-6BBD-4EA0-86D8-FB2DCBF3F26B}" type="presOf" srcId="{3F10FB54-E1AF-4DA3-B72B-07DC7A7D9C52}" destId="{548F4638-DB2D-4338-BA56-3D0C14AAC17C}" srcOrd="1" destOrd="0" presId="urn:microsoft.com/office/officeart/2005/8/layout/hierarchy2"/>
    <dgm:cxn modelId="{3258B52C-4762-4DC7-9F35-233A3BA57C6D}" type="presOf" srcId="{ABFBF0D0-1A9E-453F-B362-1C68B6C20577}" destId="{9608E48E-F158-4E6C-A475-340EB3BAC20D}" srcOrd="0" destOrd="0" presId="urn:microsoft.com/office/officeart/2005/8/layout/hierarchy2"/>
    <dgm:cxn modelId="{16463130-58A1-4DD0-8238-C6813F871837}" type="presOf" srcId="{5CFA1729-6AB9-49A4-BAC8-99DCF3783D60}" destId="{C3B4FEAF-6B1A-4C37-88BD-3E3CF85A57CB}" srcOrd="1" destOrd="0" presId="urn:microsoft.com/office/officeart/2005/8/layout/hierarchy2"/>
    <dgm:cxn modelId="{025F0D31-C5DE-48BB-8037-634ECD4B0D78}" type="presOf" srcId="{C451B14D-5F96-41B7-AC2C-C2EC00901A63}" destId="{2084FC88-00E3-4392-8E65-5AE3B678B580}" srcOrd="0" destOrd="0" presId="urn:microsoft.com/office/officeart/2005/8/layout/hierarchy2"/>
    <dgm:cxn modelId="{EE24DC32-AB70-4915-ACB9-6FB72B324321}" type="presOf" srcId="{B6484F6A-90D4-407C-8F2E-339D01E234D2}" destId="{1F981B32-8375-4CB9-9CF9-8EC6973E245A}" srcOrd="0" destOrd="0" presId="urn:microsoft.com/office/officeart/2005/8/layout/hierarchy2"/>
    <dgm:cxn modelId="{2F1C7A35-5019-4D96-9159-B6F82AFAAA3F}" type="presOf" srcId="{80AB8434-2561-4606-8FB8-9A718064BCA8}" destId="{914C0093-603D-4ACA-BAF1-A1D882A66F42}" srcOrd="0" destOrd="0" presId="urn:microsoft.com/office/officeart/2005/8/layout/hierarchy2"/>
    <dgm:cxn modelId="{30A8E536-0D92-465A-866A-4C23D006EC81}" type="presOf" srcId="{88F6D50A-A44C-4E46-B6A4-0FF80311EA8E}" destId="{EFC858BE-E850-4D80-85EF-63CC49D57067}" srcOrd="0" destOrd="0" presId="urn:microsoft.com/office/officeart/2005/8/layout/hierarchy2"/>
    <dgm:cxn modelId="{FD6C1C37-CB0A-49BE-B032-BA88C593665E}" type="presOf" srcId="{C1CFD6B0-A10B-4BD4-89CC-12D0C9A23467}" destId="{523314EE-344D-488C-AF93-C681A169EE7C}" srcOrd="0" destOrd="0" presId="urn:microsoft.com/office/officeart/2005/8/layout/hierarchy2"/>
    <dgm:cxn modelId="{3EE2AA38-D66C-4162-916F-A1371D20FDC0}" type="presOf" srcId="{B6484F6A-90D4-407C-8F2E-339D01E234D2}" destId="{2B5CF253-11D9-41A8-821C-ECF73B3C1857}" srcOrd="1" destOrd="0" presId="urn:microsoft.com/office/officeart/2005/8/layout/hierarchy2"/>
    <dgm:cxn modelId="{E1A82639-D452-4329-8BC0-469015931001}" srcId="{80AB8434-2561-4606-8FB8-9A718064BCA8}" destId="{479578FC-B816-471E-89B0-B00AC18AA9B4}" srcOrd="1" destOrd="0" parTransId="{5CFA1729-6AB9-49A4-BAC8-99DCF3783D60}" sibTransId="{65F1ED0F-961A-40E2-B364-22BC3FBB3E88}"/>
    <dgm:cxn modelId="{8B04693A-43B7-4A23-A0BC-EF3636C68D4F}" type="presOf" srcId="{6ECAFAAF-60E4-4D2E-BC82-90A4BB32BFB2}" destId="{AE1384BD-8C11-424E-B2CA-9F4BBC74D3A6}" srcOrd="0" destOrd="0" presId="urn:microsoft.com/office/officeart/2005/8/layout/hierarchy2"/>
    <dgm:cxn modelId="{DCC5CB5C-5F90-4A1F-B37E-E0B84A11EDB5}" srcId="{88F6D50A-A44C-4E46-B6A4-0FF80311EA8E}" destId="{F449E062-1D9B-49AB-B102-1EE578346B84}" srcOrd="1" destOrd="0" parTransId="{D7796C22-FBBA-461A-A388-8DC6370BE968}" sibTransId="{6AB71138-DEF2-4FA7-9360-B8009D273C61}"/>
    <dgm:cxn modelId="{6A4AE360-6407-4BF4-BDDF-C9486A923E4D}" type="presOf" srcId="{3D45C810-2A16-4BFE-A78D-784536AD26CC}" destId="{795E118B-D913-44C0-BC0E-125D6D1B9594}" srcOrd="0" destOrd="0" presId="urn:microsoft.com/office/officeart/2005/8/layout/hierarchy2"/>
    <dgm:cxn modelId="{6731D041-3CEA-44EB-9674-7B277F158998}" type="presOf" srcId="{51052AE3-C856-44E8-AE4F-1668AA68A8B7}" destId="{0B593F53-BCD6-4560-A852-D0EFE8A92168}" srcOrd="0" destOrd="0" presId="urn:microsoft.com/office/officeart/2005/8/layout/hierarchy2"/>
    <dgm:cxn modelId="{69E38562-019D-418F-B80C-4004114D51B6}" type="presOf" srcId="{96476331-CA63-42FB-BC19-93A906DEE10A}" destId="{907CE1DC-0CA3-4FB0-ADC2-5676364AB4F9}" srcOrd="1" destOrd="0" presId="urn:microsoft.com/office/officeart/2005/8/layout/hierarchy2"/>
    <dgm:cxn modelId="{42382E63-CD1B-4A14-874E-1CA591687A33}" type="presOf" srcId="{54F10297-A762-408C-A8DE-D075F4D3DE20}" destId="{9229E1BA-1A50-401D-9551-76C11D6EF28F}" srcOrd="1" destOrd="0" presId="urn:microsoft.com/office/officeart/2005/8/layout/hierarchy2"/>
    <dgm:cxn modelId="{345A9D43-FBAD-44FC-97DE-69A24AD039CC}" type="presOf" srcId="{ABFBF0D0-1A9E-453F-B362-1C68B6C20577}" destId="{F155C6D1-5BA5-44E9-9C35-90F2D6E23DF2}" srcOrd="1" destOrd="0" presId="urn:microsoft.com/office/officeart/2005/8/layout/hierarchy2"/>
    <dgm:cxn modelId="{C6521044-76AD-489D-B3D3-ACBA0E330B1A}" srcId="{3D45C810-2A16-4BFE-A78D-784536AD26CC}" destId="{7F814F75-38A6-4B90-A53C-303E8B05C1B3}" srcOrd="3" destOrd="0" parTransId="{54F10297-A762-408C-A8DE-D075F4D3DE20}" sibTransId="{7E1A6E16-33FD-4B07-B8EB-D01AF7AD5991}"/>
    <dgm:cxn modelId="{9CC6D646-B3F9-4D48-BFAA-FFB86463CD0B}" type="presOf" srcId="{CB911C30-D698-4FF4-8554-197815DE6166}" destId="{4C4C9A11-783C-4646-8BB1-92044218E585}" srcOrd="1" destOrd="0" presId="urn:microsoft.com/office/officeart/2005/8/layout/hierarchy2"/>
    <dgm:cxn modelId="{106BED46-85F7-497D-9C9E-93ED602101B9}" srcId="{3D45C810-2A16-4BFE-A78D-784536AD26CC}" destId="{D75E0ABA-37F9-400F-B23F-E984D0707B35}" srcOrd="2" destOrd="0" parTransId="{B6484F6A-90D4-407C-8F2E-339D01E234D2}" sibTransId="{39D80484-D675-444D-8525-D39DA967BADB}"/>
    <dgm:cxn modelId="{ACE85F47-CE36-4055-8686-26CB94B385EB}" srcId="{88F6D50A-A44C-4E46-B6A4-0FF80311EA8E}" destId="{B2989C94-013B-4DD7-9039-B6CB056B9026}" srcOrd="0" destOrd="0" parTransId="{96476331-CA63-42FB-BC19-93A906DEE10A}" sibTransId="{06A641D6-56DF-44B6-90C2-6A3249F0EFE3}"/>
    <dgm:cxn modelId="{BB81E167-DF07-4E00-B791-A5982E5E0F9A}" srcId="{5D704316-DF96-4474-A85E-602B4C102086}" destId="{88F6D50A-A44C-4E46-B6A4-0FF80311EA8E}" srcOrd="0" destOrd="0" parTransId="{1AF47F9E-BECA-4555-B8A0-D5781613289A}" sibTransId="{8B3C1017-1F9B-4FEA-8222-ED76B226D447}"/>
    <dgm:cxn modelId="{4CAA5449-7160-4F9E-B735-5E6D946C1A67}" type="presOf" srcId="{D7796C22-FBBA-461A-A388-8DC6370BE968}" destId="{7D362EC7-249F-44A9-B5E2-B034DAC111AC}" srcOrd="0" destOrd="0" presId="urn:microsoft.com/office/officeart/2005/8/layout/hierarchy2"/>
    <dgm:cxn modelId="{16F7404A-22F4-4960-AD2A-7ED5920ECFB6}" type="presOf" srcId="{D7796C22-FBBA-461A-A388-8DC6370BE968}" destId="{E0B4C143-1D26-4F5F-A432-A072FB4CE7C4}" srcOrd="1" destOrd="0" presId="urn:microsoft.com/office/officeart/2005/8/layout/hierarchy2"/>
    <dgm:cxn modelId="{8EF4616B-6FF0-4ACB-8B14-32B65043E977}" type="presOf" srcId="{603C747E-BC2E-4E79-BEC8-14BA0685BB4A}" destId="{D5C0BD57-0E62-4BE7-BEB2-A96E4FD98FC0}" srcOrd="1" destOrd="0" presId="urn:microsoft.com/office/officeart/2005/8/layout/hierarchy2"/>
    <dgm:cxn modelId="{F80C4E4B-A1CC-42A3-891B-6BC9BD29A9A9}" srcId="{479578FC-B816-471E-89B0-B00AC18AA9B4}" destId="{5AF93410-0742-4A20-91C4-D7B53740FD7C}" srcOrd="0" destOrd="0" parTransId="{F3667EC9-654A-43AD-A002-92B4859E8B8C}" sibTransId="{99C824CD-D387-4326-869A-8821AD30B336}"/>
    <dgm:cxn modelId="{3601286D-C2C6-4425-A39A-5F51585A2DB4}" type="presOf" srcId="{89618B7E-8CBD-4B96-8965-E395E012B299}" destId="{A617A74A-9E75-4385-9933-0079DBEE3DE6}" srcOrd="0" destOrd="0" presId="urn:microsoft.com/office/officeart/2005/8/layout/hierarchy2"/>
    <dgm:cxn modelId="{BFBA1A6E-E6A7-49A7-AA84-72324F7E95A9}" type="presOf" srcId="{462E291B-8105-403E-847B-10752B343CBA}" destId="{EECC48AC-ED9D-4C8F-A92C-997B184AB688}" srcOrd="0" destOrd="0" presId="urn:microsoft.com/office/officeart/2005/8/layout/hierarchy2"/>
    <dgm:cxn modelId="{1290876E-0586-477D-BF2C-759199EE9B62}" srcId="{9E1E11A8-02E7-4FF5-92CA-3C890F8165D7}" destId="{A96272CF-7465-4191-B0FD-CB179ED4A644}" srcOrd="0" destOrd="0" parTransId="{7609B5D7-44BF-49DA-B80B-1A1DD87D70A1}" sibTransId="{E89D0FD9-C072-4937-8AB2-68AC3EB06BE5}"/>
    <dgm:cxn modelId="{EFFD4150-1E2A-4326-811B-57ADA6F00B21}" srcId="{EB3234CC-A036-465F-816F-C23045A71E49}" destId="{51052AE3-C856-44E8-AE4F-1668AA68A8B7}" srcOrd="0" destOrd="0" parTransId="{C7A578A0-9F2D-43F2-BA22-B4E6BFB36957}" sibTransId="{429B706C-3296-4BF1-9826-5FA20D1EFB59}"/>
    <dgm:cxn modelId="{5FD9A550-2398-4B93-B9FE-02956A8A847E}" type="presOf" srcId="{852FFDE7-BFAB-4051-AC31-C73FA1F341FD}" destId="{AD9544CE-69C3-4BBE-B076-D646234C8612}" srcOrd="0" destOrd="0" presId="urn:microsoft.com/office/officeart/2005/8/layout/hierarchy2"/>
    <dgm:cxn modelId="{1DFE3D76-93EA-46A3-A048-9ECA919FF6DD}" type="presOf" srcId="{3F10FB54-E1AF-4DA3-B72B-07DC7A7D9C52}" destId="{FDE1B4A8-EB91-4C3A-9DF6-0F4AFAEBC4C5}" srcOrd="0" destOrd="0" presId="urn:microsoft.com/office/officeart/2005/8/layout/hierarchy2"/>
    <dgm:cxn modelId="{42EADB56-10B8-44AD-9E2C-DEB67F5B8324}" type="presOf" srcId="{345E7763-E7A1-45EE-8599-0A1ED650F3D6}" destId="{BB64CC93-ECE0-418C-B82F-0CC7A0411290}" srcOrd="0" destOrd="0" presId="urn:microsoft.com/office/officeart/2005/8/layout/hierarchy2"/>
    <dgm:cxn modelId="{E30CD777-4CCD-4249-BAB8-2FED5C158635}" type="presOf" srcId="{624EB6DF-9C70-4CDB-BFCF-41500F00ECE8}" destId="{9E57FE1D-446C-4CB6-AE6E-D316E4B3AB12}" srcOrd="1" destOrd="0" presId="urn:microsoft.com/office/officeart/2005/8/layout/hierarchy2"/>
    <dgm:cxn modelId="{4B5D8178-E4EC-4210-9F87-AE7E60DAB8ED}" type="presOf" srcId="{6AE85CD7-B768-4E35-A253-EFF83904941E}" destId="{FCC570A1-210E-4DBB-8399-3227F64EBB7C}" srcOrd="1" destOrd="0" presId="urn:microsoft.com/office/officeart/2005/8/layout/hierarchy2"/>
    <dgm:cxn modelId="{3971EB7B-B5CD-41B0-ABBF-057958ED9A70}" srcId="{3D45C810-2A16-4BFE-A78D-784536AD26CC}" destId="{F9F34C0E-FA09-4D32-B34C-5E7037922242}" srcOrd="1" destOrd="0" parTransId="{9A0C236A-7984-49A8-A866-CD4195ABEFAC}" sibTransId="{FD49E6A6-9DEA-414C-A923-A446981B0E12}"/>
    <dgm:cxn modelId="{49B83083-651B-426F-998C-3A33771CA441}" type="presOf" srcId="{1AF47F9E-BECA-4555-B8A0-D5781613289A}" destId="{77F4A783-C8C2-4EC7-A2C5-11205E625F89}" srcOrd="1" destOrd="0" presId="urn:microsoft.com/office/officeart/2005/8/layout/hierarchy2"/>
    <dgm:cxn modelId="{42D8A185-C477-4285-969F-A857FEB219A0}" srcId="{A0D8E707-5FA6-45C0-9638-79A63C587EA5}" destId="{80AB8434-2561-4606-8FB8-9A718064BCA8}" srcOrd="0" destOrd="0" parTransId="{603C747E-BC2E-4E79-BEC8-14BA0685BB4A}" sibTransId="{589179F4-6AF6-4D56-BCA3-CD69A716867B}"/>
    <dgm:cxn modelId="{AB538787-7976-4507-9635-1FBDB6AB10C5}" type="presOf" srcId="{F6DF4ABF-DF11-4DE2-AC34-27AB9FD3BB7B}" destId="{CC8D4858-3B4F-4B71-98C9-1FBD9A85B4B2}" srcOrd="0" destOrd="0" presId="urn:microsoft.com/office/officeart/2005/8/layout/hierarchy2"/>
    <dgm:cxn modelId="{E559B089-9205-46C7-828E-B69E948763DB}" type="presOf" srcId="{CB911C30-D698-4FF4-8554-197815DE6166}" destId="{2F86DA1A-9EB6-4603-865A-408EF97ACAB0}" srcOrd="0" destOrd="0" presId="urn:microsoft.com/office/officeart/2005/8/layout/hierarchy2"/>
    <dgm:cxn modelId="{F4A26A8D-5C44-4EB0-8000-D84FD2F75DFA}" type="presOf" srcId="{9A0C236A-7984-49A8-A866-CD4195ABEFAC}" destId="{C3F5B7D3-D0F7-430A-A8F7-36C33F4DF0E2}" srcOrd="1" destOrd="0" presId="urn:microsoft.com/office/officeart/2005/8/layout/hierarchy2"/>
    <dgm:cxn modelId="{75A43491-F321-47C9-8AF9-67F051817A2F}" srcId="{A0D8E707-5FA6-45C0-9638-79A63C587EA5}" destId="{9E1E11A8-02E7-4FF5-92CA-3C890F8165D7}" srcOrd="1" destOrd="0" parTransId="{3D5D2F8A-7AB6-4B33-83FD-4F541B503E95}" sibTransId="{380C19D4-01C9-441A-B89C-669E043D00D8}"/>
    <dgm:cxn modelId="{8B620895-F3E9-45A0-9EBC-CD1B5DB74C88}" type="presOf" srcId="{89198CA5-BB2A-4C2A-A864-3D8CAE124F88}" destId="{2CBAE025-A68F-43D4-BEF7-E36A88AB0480}" srcOrd="0" destOrd="0" presId="urn:microsoft.com/office/officeart/2005/8/layout/hierarchy2"/>
    <dgm:cxn modelId="{21034B96-079F-4CF7-B845-D43A5EF7CCE5}" srcId="{51052AE3-C856-44E8-AE4F-1668AA68A8B7}" destId="{4CEBBBC4-53BB-4C6D-8787-0232D70226D9}" srcOrd="1" destOrd="0" parTransId="{852FFDE7-BFAB-4051-AC31-C73FA1F341FD}" sibTransId="{B6AD2B08-5B72-482D-8CD1-0BEB307A73C6}"/>
    <dgm:cxn modelId="{9821BC98-4587-44D9-BD53-C0081368BCAE}" type="presOf" srcId="{00409BB4-A8B6-4E53-B34E-B279645FE90C}" destId="{72FDCAFE-A84D-448D-8715-FDEEAAFFE810}" srcOrd="0" destOrd="0" presId="urn:microsoft.com/office/officeart/2005/8/layout/hierarchy2"/>
    <dgm:cxn modelId="{E9524A9E-8AE1-412E-9848-1904BD5168E9}" type="presOf" srcId="{96476331-CA63-42FB-BC19-93A906DEE10A}" destId="{ABC7CDA0-E2FB-47F4-93D7-F49E560692DA}" srcOrd="0" destOrd="0" presId="urn:microsoft.com/office/officeart/2005/8/layout/hierarchy2"/>
    <dgm:cxn modelId="{999309A0-FDCF-4878-B27B-6A0456FE5FDF}" srcId="{AB5B9929-1509-43AE-AFB3-BCD877B660D3}" destId="{41FB4D12-7146-4F65-85A5-F52EC4D76323}" srcOrd="1" destOrd="0" parTransId="{506B7563-1829-4F12-95AE-DCC58EF7BB98}" sibTransId="{5E9E318A-B55E-43D8-B357-01DB17C66F02}"/>
    <dgm:cxn modelId="{3C9714A6-8E53-41E0-917F-C65401DE0B93}" type="presOf" srcId="{F9F34C0E-FA09-4D32-B34C-5E7037922242}" destId="{163B5F1F-F93D-4910-8844-63C7C010A7A0}" srcOrd="0" destOrd="0" presId="urn:microsoft.com/office/officeart/2005/8/layout/hierarchy2"/>
    <dgm:cxn modelId="{57B270A7-9A24-45E7-AC12-CA56282F0A3F}" type="presOf" srcId="{571B91A0-039C-4FAB-9385-7B30861179BE}" destId="{32920E92-9D59-4C3D-88A8-DA651B43AC5D}" srcOrd="0" destOrd="0" presId="urn:microsoft.com/office/officeart/2005/8/layout/hierarchy2"/>
    <dgm:cxn modelId="{27FEB5A8-E83C-4B47-B8B3-9B9879654B7D}" type="presOf" srcId="{9E1E11A8-02E7-4FF5-92CA-3C890F8165D7}" destId="{01CE5859-0BFE-4A66-A679-9D9F9A16644D}" srcOrd="0" destOrd="0" presId="urn:microsoft.com/office/officeart/2005/8/layout/hierarchy2"/>
    <dgm:cxn modelId="{85C8AAAB-9956-4A6C-BAD7-4FE95AD2B4E4}" type="presOf" srcId="{1AF47F9E-BECA-4555-B8A0-D5781613289A}" destId="{3ED6EFBB-74C7-4E6B-9F91-224A1BA83634}" srcOrd="0" destOrd="0" presId="urn:microsoft.com/office/officeart/2005/8/layout/hierarchy2"/>
    <dgm:cxn modelId="{9E2FD7B0-7157-41C2-9FF2-F54D72573A4A}" type="presOf" srcId="{8B16BE26-656E-4647-9D1A-964932AE37DE}" destId="{29F80236-B338-4C82-B98F-74B72EB88E73}" srcOrd="0" destOrd="0" presId="urn:microsoft.com/office/officeart/2005/8/layout/hierarchy2"/>
    <dgm:cxn modelId="{B97C4CB4-5F7B-4154-89E6-6A7E90DE3C3A}" type="presOf" srcId="{8B16BE26-656E-4647-9D1A-964932AE37DE}" destId="{80E8282C-4C2C-473E-87AF-E08616B273A6}" srcOrd="1" destOrd="0" presId="urn:microsoft.com/office/officeart/2005/8/layout/hierarchy2"/>
    <dgm:cxn modelId="{5F018BB4-6457-4D6F-8E05-E102676CAD6B}" srcId="{5D704316-DF96-4474-A85E-602B4C102086}" destId="{F6DF4ABF-DF11-4DE2-AC34-27AB9FD3BB7B}" srcOrd="3" destOrd="0" parTransId="{CB6FB0E3-4FDC-48F4-A323-2153B86B2CA0}" sibTransId="{DB6481C8-54C0-4BB5-9A7D-FB26AF18A255}"/>
    <dgm:cxn modelId="{654671B7-BDDE-461B-8FE6-66ECD5521DCF}" type="presOf" srcId="{9A0C236A-7984-49A8-A866-CD4195ABEFAC}" destId="{F9804F83-B37D-4D36-96F9-4F9985C876A9}" srcOrd="0" destOrd="0" presId="urn:microsoft.com/office/officeart/2005/8/layout/hierarchy2"/>
    <dgm:cxn modelId="{E986BEB9-3D16-48FB-9427-5059A3EB63CD}" type="presOf" srcId="{54F10297-A762-408C-A8DE-D075F4D3DE20}" destId="{AB806135-0012-4823-ACC7-CB1D6045786E}" srcOrd="0" destOrd="0" presId="urn:microsoft.com/office/officeart/2005/8/layout/hierarchy2"/>
    <dgm:cxn modelId="{26295EBA-D8A3-474B-95B4-E34A3C95A87B}" type="presOf" srcId="{6AE85CD7-B768-4E35-A253-EFF83904941E}" destId="{5A27D6E3-2F5C-4EDD-92A3-4BC6A2A43685}" srcOrd="0" destOrd="0" presId="urn:microsoft.com/office/officeart/2005/8/layout/hierarchy2"/>
    <dgm:cxn modelId="{89C667BA-3103-4037-A288-B433E234D14D}" type="presOf" srcId="{7609B5D7-44BF-49DA-B80B-1A1DD87D70A1}" destId="{144D18A2-53FD-4431-BEBE-A24834EEC8B9}" srcOrd="1" destOrd="0" presId="urn:microsoft.com/office/officeart/2005/8/layout/hierarchy2"/>
    <dgm:cxn modelId="{D34911BC-8A88-4B3A-8B7B-1419C705ED17}" type="presOf" srcId="{F3667EC9-654A-43AD-A002-92B4859E8B8C}" destId="{4674AC8C-5E59-4E9B-A4EC-49997B385348}" srcOrd="0" destOrd="0" presId="urn:microsoft.com/office/officeart/2005/8/layout/hierarchy2"/>
    <dgm:cxn modelId="{E1E555BC-6523-44BC-AF0D-1ACD357D922F}" type="presOf" srcId="{7A9ACE94-59F5-43F0-8C4D-932CEC180782}" destId="{523B7BE6-1C8D-4356-934A-9B3B52FCAE3C}" srcOrd="0" destOrd="0" presId="urn:microsoft.com/office/officeart/2005/8/layout/hierarchy2"/>
    <dgm:cxn modelId="{2B2F1EBF-B439-4FD0-B9B4-D6FFB2F6332A}" type="presOf" srcId="{7609B5D7-44BF-49DA-B80B-1A1DD87D70A1}" destId="{4BFFA32C-8225-478C-9CEE-2C0C7D48B235}" srcOrd="0" destOrd="0" presId="urn:microsoft.com/office/officeart/2005/8/layout/hierarchy2"/>
    <dgm:cxn modelId="{81222CC2-0E26-4488-BB62-DAEFB20135D8}" type="presOf" srcId="{CB6FB0E3-4FDC-48F4-A323-2153B86B2CA0}" destId="{54A451F1-D55D-4E25-BA83-7AA6EDE692C3}" srcOrd="1" destOrd="0" presId="urn:microsoft.com/office/officeart/2005/8/layout/hierarchy2"/>
    <dgm:cxn modelId="{8801CEC2-5FBC-45E7-97F3-C1D26EAD1E1D}" srcId="{4CEBBBC4-53BB-4C6D-8787-0232D70226D9}" destId="{AB5B9929-1509-43AE-AFB3-BCD877B660D3}" srcOrd="0" destOrd="0" parTransId="{8EC5FA90-140A-4DA8-869E-38D4A62FB80C}" sibTransId="{F99F4919-8FCF-4193-A99A-25BCFF314A4F}"/>
    <dgm:cxn modelId="{2393E3C2-2288-40E4-8AE5-B5EF77116C2D}" srcId="{5D704316-DF96-4474-A85E-602B4C102086}" destId="{462E291B-8105-403E-847B-10752B343CBA}" srcOrd="2" destOrd="0" parTransId="{89618B7E-8CBD-4B96-8965-E395E012B299}" sibTransId="{7C7A0C61-6344-4E91-832E-7DAF6E994256}"/>
    <dgm:cxn modelId="{C7B3F9C7-29E6-4223-A9D0-536C5DA49CB8}" srcId="{C1CFD6B0-A10B-4BD4-89CC-12D0C9A23467}" destId="{571B91A0-039C-4FAB-9385-7B30861179BE}" srcOrd="0" destOrd="0" parTransId="{ABFBF0D0-1A9E-453F-B362-1C68B6C20577}" sibTransId="{13944E0A-0B06-4378-88B3-24B7D56F54B9}"/>
    <dgm:cxn modelId="{4F2241CA-7CFE-43FF-8044-2F4473B9D2BD}" type="presOf" srcId="{852FFDE7-BFAB-4051-AC31-C73FA1F341FD}" destId="{006491B0-A655-41D8-94AD-F5E3EA1064D5}" srcOrd="1" destOrd="0" presId="urn:microsoft.com/office/officeart/2005/8/layout/hierarchy2"/>
    <dgm:cxn modelId="{B3AFBCCA-F2CF-49C7-8EAD-B35768E56D22}" srcId="{5D704316-DF96-4474-A85E-602B4C102086}" destId="{A0D8E707-5FA6-45C0-9638-79A63C587EA5}" srcOrd="1" destOrd="0" parTransId="{3F10FB54-E1AF-4DA3-B72B-07DC7A7D9C52}" sibTransId="{E465DA4E-BBCD-4B6B-9B42-E17C33CB7E06}"/>
    <dgm:cxn modelId="{964F14CE-A8BD-479D-91D0-50D018A727C4}" type="presOf" srcId="{479578FC-B816-471E-89B0-B00AC18AA9B4}" destId="{86EECBE2-5614-4A55-A726-FAF24ADA93F7}" srcOrd="0" destOrd="0" presId="urn:microsoft.com/office/officeart/2005/8/layout/hierarchy2"/>
    <dgm:cxn modelId="{FE8142CE-8879-4725-8F3F-1263ADAF6CA2}" type="presOf" srcId="{3D5D2F8A-7AB6-4B33-83FD-4F541B503E95}" destId="{67F5A75E-DC98-4A35-AA06-3064829E99C4}" srcOrd="1" destOrd="0" presId="urn:microsoft.com/office/officeart/2005/8/layout/hierarchy2"/>
    <dgm:cxn modelId="{AF63A0D0-F0D0-40E5-A800-926E5FE1C827}" type="presOf" srcId="{603C747E-BC2E-4E79-BEC8-14BA0685BB4A}" destId="{C251B781-0CD0-4800-A00D-70FF5BF7A00E}" srcOrd="0" destOrd="0" presId="urn:microsoft.com/office/officeart/2005/8/layout/hierarchy2"/>
    <dgm:cxn modelId="{715D65D4-442E-4F87-A3D3-9530F3454F9A}" srcId="{AB5B9929-1509-43AE-AFB3-BCD877B660D3}" destId="{3D45C810-2A16-4BFE-A78D-784536AD26CC}" srcOrd="0" destOrd="0" parTransId="{624EB6DF-9C70-4CDB-BFCF-41500F00ECE8}" sibTransId="{370C2153-FBC7-4C33-98D6-0A8AB871FB69}"/>
    <dgm:cxn modelId="{063715D7-DF23-458A-A6DA-FA2CC19D0C08}" type="presOf" srcId="{0AEBB302-7F04-4AD3-9B8D-A2D542881338}" destId="{AD677C2E-6539-43DF-9E94-E828CAC1821A}" srcOrd="0" destOrd="0" presId="urn:microsoft.com/office/officeart/2005/8/layout/hierarchy2"/>
    <dgm:cxn modelId="{68F37ED7-B196-4F01-8D25-286932FA0D8E}" type="presOf" srcId="{8EC5FA90-140A-4DA8-869E-38D4A62FB80C}" destId="{5A6AB6CB-253C-4FE2-8D3A-17B2CA2390FE}" srcOrd="0" destOrd="0" presId="urn:microsoft.com/office/officeart/2005/8/layout/hierarchy2"/>
    <dgm:cxn modelId="{1CBF8BD7-D1FF-4740-9640-9F03F3B221C8}" type="presOf" srcId="{345E7763-E7A1-45EE-8599-0A1ED650F3D6}" destId="{6A116FD1-47E8-4CC7-8954-AE7DED30DB5F}" srcOrd="1" destOrd="0" presId="urn:microsoft.com/office/officeart/2005/8/layout/hierarchy2"/>
    <dgm:cxn modelId="{50041AD9-1E22-41E5-A7AF-891969FCBB42}" type="presOf" srcId="{506B7563-1829-4F12-95AE-DCC58EF7BB98}" destId="{81656CFE-B862-480D-A789-E03E1ED18243}" srcOrd="0" destOrd="0" presId="urn:microsoft.com/office/officeart/2005/8/layout/hierarchy2"/>
    <dgm:cxn modelId="{BB5BD4D9-E738-4924-B419-856E3EDAF5A5}" type="presOf" srcId="{F3667EC9-654A-43AD-A002-92B4859E8B8C}" destId="{536B43E2-235A-4321-B24C-5E043DD725D1}" srcOrd="1" destOrd="0" presId="urn:microsoft.com/office/officeart/2005/8/layout/hierarchy2"/>
    <dgm:cxn modelId="{9608EBD9-DCED-44D0-8762-BAB02DAF0783}" srcId="{80AB8434-2561-4606-8FB8-9A718064BCA8}" destId="{00409BB4-A8B6-4E53-B34E-B279645FE90C}" srcOrd="0" destOrd="0" parTransId="{345E7763-E7A1-45EE-8599-0A1ED650F3D6}" sibTransId="{5E5C32BD-D7FA-4707-9258-83B5C875A136}"/>
    <dgm:cxn modelId="{EBD2A0DB-792D-496A-AA82-07768E93A3ED}" type="presOf" srcId="{CCBB89BC-E290-4B23-BAE9-5388C79EEBF1}" destId="{4742E7EA-EF1C-469D-9C1A-E4204419BA24}" srcOrd="0" destOrd="0" presId="urn:microsoft.com/office/officeart/2005/8/layout/hierarchy2"/>
    <dgm:cxn modelId="{D57E80DF-405E-4FAC-BB10-D1BEDE6A6275}" type="presOf" srcId="{EB3234CC-A036-465F-816F-C23045A71E49}" destId="{FA03B4E4-6F10-41F0-95EF-EB0706E4F9B3}" srcOrd="0" destOrd="0" presId="urn:microsoft.com/office/officeart/2005/8/layout/hierarchy2"/>
    <dgm:cxn modelId="{CE0E1CE0-1A03-4C6E-897A-DFB61650DD1A}" type="presOf" srcId="{89618B7E-8CBD-4B96-8965-E395E012B299}" destId="{0EAE9862-46D0-40E9-A580-17CC35070856}" srcOrd="1" destOrd="0" presId="urn:microsoft.com/office/officeart/2005/8/layout/hierarchy2"/>
    <dgm:cxn modelId="{1D497EE0-0426-43CE-9D6E-F9B7876D4652}" srcId="{00409BB4-A8B6-4E53-B34E-B279645FE90C}" destId="{89198CA5-BB2A-4C2A-A864-3D8CAE124F88}" srcOrd="0" destOrd="0" parTransId="{CB911C30-D698-4FF4-8554-197815DE6166}" sibTransId="{CE2D49E9-49D1-4959-912A-8B25DF29C009}"/>
    <dgm:cxn modelId="{5EFF73E3-5C4D-4CB5-9A27-5D2A3768607D}" srcId="{C1CFD6B0-A10B-4BD4-89CC-12D0C9A23467}" destId="{7A9ACE94-59F5-43F0-8C4D-932CEC180782}" srcOrd="1" destOrd="0" parTransId="{CCBB89BC-E290-4B23-BAE9-5388C79EEBF1}" sibTransId="{A262E641-B939-4609-820F-CFA707534FD1}"/>
    <dgm:cxn modelId="{DFD2B9E3-B567-4790-BA4F-052D18DEB46B}" type="presOf" srcId="{B2989C94-013B-4DD7-9039-B6CB056B9026}" destId="{4AF154AD-2BFF-4692-993B-2AFB682C36C9}" srcOrd="0" destOrd="0" presId="urn:microsoft.com/office/officeart/2005/8/layout/hierarchy2"/>
    <dgm:cxn modelId="{D070D1E4-98ED-4FF5-AD57-19F89C651309}" type="presOf" srcId="{4CEBBBC4-53BB-4C6D-8787-0232D70226D9}" destId="{A4F21135-B4D0-4D5D-BE39-C35E6DB8B439}" srcOrd="0" destOrd="0" presId="urn:microsoft.com/office/officeart/2005/8/layout/hierarchy2"/>
    <dgm:cxn modelId="{567CF1E4-8EA3-4F9E-906C-26677A245952}" type="presOf" srcId="{AB5B9929-1509-43AE-AFB3-BCD877B660D3}" destId="{7450ABEA-44F7-406B-94B1-D4A02ED9E565}" srcOrd="0" destOrd="0" presId="urn:microsoft.com/office/officeart/2005/8/layout/hierarchy2"/>
    <dgm:cxn modelId="{11853CE8-1214-4C6C-B6A6-217418401A19}" type="presOf" srcId="{5CFA1729-6AB9-49A4-BAC8-99DCF3783D60}" destId="{1F58DC39-E9E6-46A2-9BA0-34CC276DF4FC}" srcOrd="0" destOrd="0" presId="urn:microsoft.com/office/officeart/2005/8/layout/hierarchy2"/>
    <dgm:cxn modelId="{DB563EEC-A726-464D-87C0-77AE1599E8E3}" type="presOf" srcId="{66FA6E00-B9FA-4EAD-B863-7DDD21D1D40A}" destId="{6DC3EC4B-BE41-4D0D-9551-F7F2AE5C34CE}" srcOrd="1" destOrd="0" presId="urn:microsoft.com/office/officeart/2005/8/layout/hierarchy2"/>
    <dgm:cxn modelId="{F9B1B9F2-C833-4C17-8A6D-60CCA18CF808}" type="presOf" srcId="{506B7563-1829-4F12-95AE-DCC58EF7BB98}" destId="{7D0F7CFD-6927-454C-8A6C-9A5C2D143704}" srcOrd="1" destOrd="0" presId="urn:microsoft.com/office/officeart/2005/8/layout/hierarchy2"/>
    <dgm:cxn modelId="{E7A85FF3-E48A-458E-89A3-EB826EE17A76}" type="presOf" srcId="{A96272CF-7465-4191-B0FD-CB179ED4A644}" destId="{355E416A-9E07-4CE0-A799-0C38B5C426D4}" srcOrd="0" destOrd="0" presId="urn:microsoft.com/office/officeart/2005/8/layout/hierarchy2"/>
    <dgm:cxn modelId="{D3F32CF8-B39F-4442-AFAE-6D3113773792}" type="presOf" srcId="{A0D8E707-5FA6-45C0-9638-79A63C587EA5}" destId="{A9775581-5511-4C2C-AE64-B4AD9843EB13}" srcOrd="0" destOrd="0" presId="urn:microsoft.com/office/officeart/2005/8/layout/hierarchy2"/>
    <dgm:cxn modelId="{B0E9A8F8-1893-48D7-B92B-B0858857B3B9}" type="presOf" srcId="{66FA6E00-B9FA-4EAD-B863-7DDD21D1D40A}" destId="{3078DAA0-05A4-4E2C-846B-93A241DD7DC4}" srcOrd="0" destOrd="0" presId="urn:microsoft.com/office/officeart/2005/8/layout/hierarchy2"/>
    <dgm:cxn modelId="{AEFE93FB-243E-4DC7-82CF-0C35ABE8F054}" type="presOf" srcId="{CB6FB0E3-4FDC-48F4-A323-2153B86B2CA0}" destId="{608FAE0E-64FD-4CED-836F-84492079F7E8}" srcOrd="0" destOrd="0" presId="urn:microsoft.com/office/officeart/2005/8/layout/hierarchy2"/>
    <dgm:cxn modelId="{A6EEBFFB-750C-452F-8E83-25567CAD7DCB}" type="presOf" srcId="{D75E0ABA-37F9-400F-B23F-E984D0707B35}" destId="{0C3EC4E5-9461-4771-B717-80638A91DD8D}" srcOrd="0" destOrd="0" presId="urn:microsoft.com/office/officeart/2005/8/layout/hierarchy2"/>
    <dgm:cxn modelId="{692A66E4-BC3F-4952-8BF2-E4E03963F36B}" type="presParOf" srcId="{FA03B4E4-6F10-41F0-95EF-EB0706E4F9B3}" destId="{C75CE4CB-7E9B-43D1-9BC2-E060B6DF1576}" srcOrd="0" destOrd="0" presId="urn:microsoft.com/office/officeart/2005/8/layout/hierarchy2"/>
    <dgm:cxn modelId="{5CBE8B5D-1B0D-46AA-9664-7003E1DFE000}" type="presParOf" srcId="{C75CE4CB-7E9B-43D1-9BC2-E060B6DF1576}" destId="{0B593F53-BCD6-4560-A852-D0EFE8A92168}" srcOrd="0" destOrd="0" presId="urn:microsoft.com/office/officeart/2005/8/layout/hierarchy2"/>
    <dgm:cxn modelId="{D54C093E-417B-4AFA-B3BC-E1866009D761}" type="presParOf" srcId="{C75CE4CB-7E9B-43D1-9BC2-E060B6DF1576}" destId="{68B7ABC8-E40C-424C-9058-FF482C16F0D3}" srcOrd="1" destOrd="0" presId="urn:microsoft.com/office/officeart/2005/8/layout/hierarchy2"/>
    <dgm:cxn modelId="{D9E072DD-91B7-4A31-A6A5-AD7CC1D7CA9A}" type="presParOf" srcId="{68B7ABC8-E40C-424C-9058-FF482C16F0D3}" destId="{3078DAA0-05A4-4E2C-846B-93A241DD7DC4}" srcOrd="0" destOrd="0" presId="urn:microsoft.com/office/officeart/2005/8/layout/hierarchy2"/>
    <dgm:cxn modelId="{8E50B943-4C55-468C-9B6C-17C2253F6455}" type="presParOf" srcId="{3078DAA0-05A4-4E2C-846B-93A241DD7DC4}" destId="{6DC3EC4B-BE41-4D0D-9551-F7F2AE5C34CE}" srcOrd="0" destOrd="0" presId="urn:microsoft.com/office/officeart/2005/8/layout/hierarchy2"/>
    <dgm:cxn modelId="{3B988C1E-3797-4B54-AE27-1D9F5908D107}" type="presParOf" srcId="{68B7ABC8-E40C-424C-9058-FF482C16F0D3}" destId="{24DEE720-9A6C-4DE1-8363-DEDA8C9D5F71}" srcOrd="1" destOrd="0" presId="urn:microsoft.com/office/officeart/2005/8/layout/hierarchy2"/>
    <dgm:cxn modelId="{37E56FA2-352F-46D0-AC5D-8AF4AE72E08C}" type="presParOf" srcId="{24DEE720-9A6C-4DE1-8363-DEDA8C9D5F71}" destId="{3E1B2DA8-821C-4A94-97BC-5F74E3E09485}" srcOrd="0" destOrd="0" presId="urn:microsoft.com/office/officeart/2005/8/layout/hierarchy2"/>
    <dgm:cxn modelId="{2968B989-AFA2-4EA4-A8A7-7474DD3F3A38}" type="presParOf" srcId="{24DEE720-9A6C-4DE1-8363-DEDA8C9D5F71}" destId="{5DD23BE6-6E19-4AA1-91E6-3251DB402BDB}" srcOrd="1" destOrd="0" presId="urn:microsoft.com/office/officeart/2005/8/layout/hierarchy2"/>
    <dgm:cxn modelId="{62F46D76-3F81-4F0D-A42A-44EBB2721A3B}" type="presParOf" srcId="{5DD23BE6-6E19-4AA1-91E6-3251DB402BDB}" destId="{3ED6EFBB-74C7-4E6B-9F91-224A1BA83634}" srcOrd="0" destOrd="0" presId="urn:microsoft.com/office/officeart/2005/8/layout/hierarchy2"/>
    <dgm:cxn modelId="{B7137C35-7391-4F58-96E9-EBC5B51A28C5}" type="presParOf" srcId="{3ED6EFBB-74C7-4E6B-9F91-224A1BA83634}" destId="{77F4A783-C8C2-4EC7-A2C5-11205E625F89}" srcOrd="0" destOrd="0" presId="urn:microsoft.com/office/officeart/2005/8/layout/hierarchy2"/>
    <dgm:cxn modelId="{1861658C-C3ED-415F-96BF-1CEC67C17AF1}" type="presParOf" srcId="{5DD23BE6-6E19-4AA1-91E6-3251DB402BDB}" destId="{075BA7CA-92BD-4FEF-887E-167C23E1F238}" srcOrd="1" destOrd="0" presId="urn:microsoft.com/office/officeart/2005/8/layout/hierarchy2"/>
    <dgm:cxn modelId="{4B0A704D-8C38-4B94-9498-BFF6CD5C8DEB}" type="presParOf" srcId="{075BA7CA-92BD-4FEF-887E-167C23E1F238}" destId="{EFC858BE-E850-4D80-85EF-63CC49D57067}" srcOrd="0" destOrd="0" presId="urn:microsoft.com/office/officeart/2005/8/layout/hierarchy2"/>
    <dgm:cxn modelId="{AD20F510-500C-4FA7-BE97-04C36C3E81CE}" type="presParOf" srcId="{075BA7CA-92BD-4FEF-887E-167C23E1F238}" destId="{461C66B9-2097-4BDC-99BD-CCFB2A5B34ED}" srcOrd="1" destOrd="0" presId="urn:microsoft.com/office/officeart/2005/8/layout/hierarchy2"/>
    <dgm:cxn modelId="{4F1D6729-6E96-4BA7-A8EA-4A43D000EB2E}" type="presParOf" srcId="{461C66B9-2097-4BDC-99BD-CCFB2A5B34ED}" destId="{ABC7CDA0-E2FB-47F4-93D7-F49E560692DA}" srcOrd="0" destOrd="0" presId="urn:microsoft.com/office/officeart/2005/8/layout/hierarchy2"/>
    <dgm:cxn modelId="{3A310AC3-34EB-42BA-A1C1-C8BB546966A9}" type="presParOf" srcId="{ABC7CDA0-E2FB-47F4-93D7-F49E560692DA}" destId="{907CE1DC-0CA3-4FB0-ADC2-5676364AB4F9}" srcOrd="0" destOrd="0" presId="urn:microsoft.com/office/officeart/2005/8/layout/hierarchy2"/>
    <dgm:cxn modelId="{378BA3FC-7D28-4CF4-9D0F-24B647309EC7}" type="presParOf" srcId="{461C66B9-2097-4BDC-99BD-CCFB2A5B34ED}" destId="{AA3E4C2A-A269-4439-9E7D-897928508D29}" srcOrd="1" destOrd="0" presId="urn:microsoft.com/office/officeart/2005/8/layout/hierarchy2"/>
    <dgm:cxn modelId="{AD549314-8716-4780-A9C4-B4A6CEA0D828}" type="presParOf" srcId="{AA3E4C2A-A269-4439-9E7D-897928508D29}" destId="{4AF154AD-2BFF-4692-993B-2AFB682C36C9}" srcOrd="0" destOrd="0" presId="urn:microsoft.com/office/officeart/2005/8/layout/hierarchy2"/>
    <dgm:cxn modelId="{287EAB2B-DA55-4B43-A02D-DC7C484B29FD}" type="presParOf" srcId="{AA3E4C2A-A269-4439-9E7D-897928508D29}" destId="{E42505F7-C803-46BD-8BCA-173FFD20B462}" srcOrd="1" destOrd="0" presId="urn:microsoft.com/office/officeart/2005/8/layout/hierarchy2"/>
    <dgm:cxn modelId="{DFD6D9C3-E926-4AD9-957C-7E168CC58CE4}" type="presParOf" srcId="{461C66B9-2097-4BDC-99BD-CCFB2A5B34ED}" destId="{7D362EC7-249F-44A9-B5E2-B034DAC111AC}" srcOrd="2" destOrd="0" presId="urn:microsoft.com/office/officeart/2005/8/layout/hierarchy2"/>
    <dgm:cxn modelId="{9A686118-DF47-4C28-8B27-DAA287D36C7F}" type="presParOf" srcId="{7D362EC7-249F-44A9-B5E2-B034DAC111AC}" destId="{E0B4C143-1D26-4F5F-A432-A072FB4CE7C4}" srcOrd="0" destOrd="0" presId="urn:microsoft.com/office/officeart/2005/8/layout/hierarchy2"/>
    <dgm:cxn modelId="{83245BC3-6205-4C32-AD39-FE035D510891}" type="presParOf" srcId="{461C66B9-2097-4BDC-99BD-CCFB2A5B34ED}" destId="{EB45402D-24F8-4B2A-B604-28EC6CE4C0AA}" srcOrd="3" destOrd="0" presId="urn:microsoft.com/office/officeart/2005/8/layout/hierarchy2"/>
    <dgm:cxn modelId="{75DA5E16-17EF-410D-8DAB-9C8A501F2BFA}" type="presParOf" srcId="{EB45402D-24F8-4B2A-B604-28EC6CE4C0AA}" destId="{5BC6DD81-2B51-4599-A6B7-4517FF3008CB}" srcOrd="0" destOrd="0" presId="urn:microsoft.com/office/officeart/2005/8/layout/hierarchy2"/>
    <dgm:cxn modelId="{98611794-C403-4EC6-9487-FE8E007295D6}" type="presParOf" srcId="{EB45402D-24F8-4B2A-B604-28EC6CE4C0AA}" destId="{1D6AA524-4813-42D8-8CD7-E84402EAF801}" srcOrd="1" destOrd="0" presId="urn:microsoft.com/office/officeart/2005/8/layout/hierarchy2"/>
    <dgm:cxn modelId="{1BFA394A-3B42-40E1-B973-9A79BAC0F8A8}" type="presParOf" srcId="{5DD23BE6-6E19-4AA1-91E6-3251DB402BDB}" destId="{FDE1B4A8-EB91-4C3A-9DF6-0F4AFAEBC4C5}" srcOrd="2" destOrd="0" presId="urn:microsoft.com/office/officeart/2005/8/layout/hierarchy2"/>
    <dgm:cxn modelId="{A1357B38-D0A2-42D5-B264-FE5CB41DAD2B}" type="presParOf" srcId="{FDE1B4A8-EB91-4C3A-9DF6-0F4AFAEBC4C5}" destId="{548F4638-DB2D-4338-BA56-3D0C14AAC17C}" srcOrd="0" destOrd="0" presId="urn:microsoft.com/office/officeart/2005/8/layout/hierarchy2"/>
    <dgm:cxn modelId="{4B1556DE-7D1D-4F8A-B4DE-74CF783F47A9}" type="presParOf" srcId="{5DD23BE6-6E19-4AA1-91E6-3251DB402BDB}" destId="{8D91D115-A806-4A94-9997-83421CED98B5}" srcOrd="3" destOrd="0" presId="urn:microsoft.com/office/officeart/2005/8/layout/hierarchy2"/>
    <dgm:cxn modelId="{8637B816-9CD6-4C4E-A1E3-E478E2E6FC35}" type="presParOf" srcId="{8D91D115-A806-4A94-9997-83421CED98B5}" destId="{A9775581-5511-4C2C-AE64-B4AD9843EB13}" srcOrd="0" destOrd="0" presId="urn:microsoft.com/office/officeart/2005/8/layout/hierarchy2"/>
    <dgm:cxn modelId="{F8DC806C-2A43-4A52-9C66-D53D57F37D79}" type="presParOf" srcId="{8D91D115-A806-4A94-9997-83421CED98B5}" destId="{0D27F94D-3389-4503-BFFD-A354A24A8FAA}" srcOrd="1" destOrd="0" presId="urn:microsoft.com/office/officeart/2005/8/layout/hierarchy2"/>
    <dgm:cxn modelId="{FB3F00C0-FF16-4870-AF98-4FAB9990264C}" type="presParOf" srcId="{0D27F94D-3389-4503-BFFD-A354A24A8FAA}" destId="{C251B781-0CD0-4800-A00D-70FF5BF7A00E}" srcOrd="0" destOrd="0" presId="urn:microsoft.com/office/officeart/2005/8/layout/hierarchy2"/>
    <dgm:cxn modelId="{61A416E5-4025-4910-B365-8EC0B8A0DE01}" type="presParOf" srcId="{C251B781-0CD0-4800-A00D-70FF5BF7A00E}" destId="{D5C0BD57-0E62-4BE7-BEB2-A96E4FD98FC0}" srcOrd="0" destOrd="0" presId="urn:microsoft.com/office/officeart/2005/8/layout/hierarchy2"/>
    <dgm:cxn modelId="{97D9FA23-48B4-4B75-AC96-7469F16F49D6}" type="presParOf" srcId="{0D27F94D-3389-4503-BFFD-A354A24A8FAA}" destId="{A227DF53-C74B-4C95-8707-0E0571966C98}" srcOrd="1" destOrd="0" presId="urn:microsoft.com/office/officeart/2005/8/layout/hierarchy2"/>
    <dgm:cxn modelId="{02808DA6-FDD8-47DB-8377-60BE890CB922}" type="presParOf" srcId="{A227DF53-C74B-4C95-8707-0E0571966C98}" destId="{914C0093-603D-4ACA-BAF1-A1D882A66F42}" srcOrd="0" destOrd="0" presId="urn:microsoft.com/office/officeart/2005/8/layout/hierarchy2"/>
    <dgm:cxn modelId="{1E755FE8-B38D-44AB-A789-40CD6E972295}" type="presParOf" srcId="{A227DF53-C74B-4C95-8707-0E0571966C98}" destId="{F1418EB3-50DF-43F5-912F-84337D979F3F}" srcOrd="1" destOrd="0" presId="urn:microsoft.com/office/officeart/2005/8/layout/hierarchy2"/>
    <dgm:cxn modelId="{9AC45CB0-58DF-426C-B5D0-CB75B441CC6A}" type="presParOf" srcId="{F1418EB3-50DF-43F5-912F-84337D979F3F}" destId="{BB64CC93-ECE0-418C-B82F-0CC7A0411290}" srcOrd="0" destOrd="0" presId="urn:microsoft.com/office/officeart/2005/8/layout/hierarchy2"/>
    <dgm:cxn modelId="{AFF6BC77-4409-4FAD-9DEA-B15018FA5BB1}" type="presParOf" srcId="{BB64CC93-ECE0-418C-B82F-0CC7A0411290}" destId="{6A116FD1-47E8-4CC7-8954-AE7DED30DB5F}" srcOrd="0" destOrd="0" presId="urn:microsoft.com/office/officeart/2005/8/layout/hierarchy2"/>
    <dgm:cxn modelId="{01FE1BD6-C575-4A3F-8585-BA064ACCCB43}" type="presParOf" srcId="{F1418EB3-50DF-43F5-912F-84337D979F3F}" destId="{61F3DC86-55D3-40EF-929E-639B373FBAD3}" srcOrd="1" destOrd="0" presId="urn:microsoft.com/office/officeart/2005/8/layout/hierarchy2"/>
    <dgm:cxn modelId="{C0D546E5-0679-4A38-8B87-1CCFB9B8EE03}" type="presParOf" srcId="{61F3DC86-55D3-40EF-929E-639B373FBAD3}" destId="{72FDCAFE-A84D-448D-8715-FDEEAAFFE810}" srcOrd="0" destOrd="0" presId="urn:microsoft.com/office/officeart/2005/8/layout/hierarchy2"/>
    <dgm:cxn modelId="{84E9FFB0-1D93-4A6E-A69B-26245B0E4AEF}" type="presParOf" srcId="{61F3DC86-55D3-40EF-929E-639B373FBAD3}" destId="{DE76AA89-20FE-42E5-85D5-92B3DA0F44B8}" srcOrd="1" destOrd="0" presId="urn:microsoft.com/office/officeart/2005/8/layout/hierarchy2"/>
    <dgm:cxn modelId="{395ADF24-92C4-4900-B6AF-440226BACB64}" type="presParOf" srcId="{DE76AA89-20FE-42E5-85D5-92B3DA0F44B8}" destId="{2F86DA1A-9EB6-4603-865A-408EF97ACAB0}" srcOrd="0" destOrd="0" presId="urn:microsoft.com/office/officeart/2005/8/layout/hierarchy2"/>
    <dgm:cxn modelId="{F517AEEA-79E9-44B6-A068-05D9E95C72D8}" type="presParOf" srcId="{2F86DA1A-9EB6-4603-865A-408EF97ACAB0}" destId="{4C4C9A11-783C-4646-8BB1-92044218E585}" srcOrd="0" destOrd="0" presId="urn:microsoft.com/office/officeart/2005/8/layout/hierarchy2"/>
    <dgm:cxn modelId="{AF5EF6AE-1675-4092-81E9-770BA2D5995C}" type="presParOf" srcId="{DE76AA89-20FE-42E5-85D5-92B3DA0F44B8}" destId="{90F51CFC-2AA7-4DD0-A021-EBDE39669A3A}" srcOrd="1" destOrd="0" presId="urn:microsoft.com/office/officeart/2005/8/layout/hierarchy2"/>
    <dgm:cxn modelId="{41FA357E-CBA5-465D-AA53-89E3A5EFEF19}" type="presParOf" srcId="{90F51CFC-2AA7-4DD0-A021-EBDE39669A3A}" destId="{2CBAE025-A68F-43D4-BEF7-E36A88AB0480}" srcOrd="0" destOrd="0" presId="urn:microsoft.com/office/officeart/2005/8/layout/hierarchy2"/>
    <dgm:cxn modelId="{13EFB6D7-4453-4DD2-AA40-15DE127F3D2B}" type="presParOf" srcId="{90F51CFC-2AA7-4DD0-A021-EBDE39669A3A}" destId="{BFB68EE0-DC42-466A-A24F-512ACEB75139}" srcOrd="1" destOrd="0" presId="urn:microsoft.com/office/officeart/2005/8/layout/hierarchy2"/>
    <dgm:cxn modelId="{6A93BFCD-AAC7-428A-A105-1EF1946BD78C}" type="presParOf" srcId="{F1418EB3-50DF-43F5-912F-84337D979F3F}" destId="{1F58DC39-E9E6-46A2-9BA0-34CC276DF4FC}" srcOrd="2" destOrd="0" presId="urn:microsoft.com/office/officeart/2005/8/layout/hierarchy2"/>
    <dgm:cxn modelId="{0F1264A7-907D-4903-9770-5322382CC9DE}" type="presParOf" srcId="{1F58DC39-E9E6-46A2-9BA0-34CC276DF4FC}" destId="{C3B4FEAF-6B1A-4C37-88BD-3E3CF85A57CB}" srcOrd="0" destOrd="0" presId="urn:microsoft.com/office/officeart/2005/8/layout/hierarchy2"/>
    <dgm:cxn modelId="{145FAC7A-16BE-4535-9B7D-E34700C95AA1}" type="presParOf" srcId="{F1418EB3-50DF-43F5-912F-84337D979F3F}" destId="{CC349C04-BD02-4FC5-913C-A572EDC11BE6}" srcOrd="3" destOrd="0" presId="urn:microsoft.com/office/officeart/2005/8/layout/hierarchy2"/>
    <dgm:cxn modelId="{37E6553A-574D-41C2-A41D-F5883BC4E738}" type="presParOf" srcId="{CC349C04-BD02-4FC5-913C-A572EDC11BE6}" destId="{86EECBE2-5614-4A55-A726-FAF24ADA93F7}" srcOrd="0" destOrd="0" presId="urn:microsoft.com/office/officeart/2005/8/layout/hierarchy2"/>
    <dgm:cxn modelId="{6370CC1B-6F23-4037-8CF6-8285EAF6B3E5}" type="presParOf" srcId="{CC349C04-BD02-4FC5-913C-A572EDC11BE6}" destId="{00CD03FD-68FD-4B76-8EFB-A00C674F00E4}" srcOrd="1" destOrd="0" presId="urn:microsoft.com/office/officeart/2005/8/layout/hierarchy2"/>
    <dgm:cxn modelId="{1ACD0C71-8CFB-484D-AD00-52985387D375}" type="presParOf" srcId="{00CD03FD-68FD-4B76-8EFB-A00C674F00E4}" destId="{4674AC8C-5E59-4E9B-A4EC-49997B385348}" srcOrd="0" destOrd="0" presId="urn:microsoft.com/office/officeart/2005/8/layout/hierarchy2"/>
    <dgm:cxn modelId="{9E982F54-B6A3-4742-85DE-B544D284759B}" type="presParOf" srcId="{4674AC8C-5E59-4E9B-A4EC-49997B385348}" destId="{536B43E2-235A-4321-B24C-5E043DD725D1}" srcOrd="0" destOrd="0" presId="urn:microsoft.com/office/officeart/2005/8/layout/hierarchy2"/>
    <dgm:cxn modelId="{421A091C-B301-49B1-870F-B120F1C3EA9F}" type="presParOf" srcId="{00CD03FD-68FD-4B76-8EFB-A00C674F00E4}" destId="{01C1C5D5-A184-4496-9E3B-AEC73CBA8D94}" srcOrd="1" destOrd="0" presId="urn:microsoft.com/office/officeart/2005/8/layout/hierarchy2"/>
    <dgm:cxn modelId="{351BE1AC-1695-4F50-9854-5A230EAFF207}" type="presParOf" srcId="{01C1C5D5-A184-4496-9E3B-AEC73CBA8D94}" destId="{81445132-40A2-40C2-B679-27B9FDCCB18E}" srcOrd="0" destOrd="0" presId="urn:microsoft.com/office/officeart/2005/8/layout/hierarchy2"/>
    <dgm:cxn modelId="{997F37DB-9F2A-49C4-A99E-31CEB0044103}" type="presParOf" srcId="{01C1C5D5-A184-4496-9E3B-AEC73CBA8D94}" destId="{F101C531-6A77-4159-8481-483ED370CC60}" srcOrd="1" destOrd="0" presId="urn:microsoft.com/office/officeart/2005/8/layout/hierarchy2"/>
    <dgm:cxn modelId="{97F71209-8A5C-4AC4-96BA-3D00C5C5B3B2}" type="presParOf" srcId="{0D27F94D-3389-4503-BFFD-A354A24A8FAA}" destId="{C3C7D1DB-34B1-40B9-ABDE-9DE5709F00BF}" srcOrd="2" destOrd="0" presId="urn:microsoft.com/office/officeart/2005/8/layout/hierarchy2"/>
    <dgm:cxn modelId="{C04F72AB-656A-4C42-B256-29D6801E615C}" type="presParOf" srcId="{C3C7D1DB-34B1-40B9-ABDE-9DE5709F00BF}" destId="{67F5A75E-DC98-4A35-AA06-3064829E99C4}" srcOrd="0" destOrd="0" presId="urn:microsoft.com/office/officeart/2005/8/layout/hierarchy2"/>
    <dgm:cxn modelId="{68C41FF6-F7D1-4844-81A1-3A17157144AD}" type="presParOf" srcId="{0D27F94D-3389-4503-BFFD-A354A24A8FAA}" destId="{608CF207-1D4F-4B19-B085-30282602CA19}" srcOrd="3" destOrd="0" presId="urn:microsoft.com/office/officeart/2005/8/layout/hierarchy2"/>
    <dgm:cxn modelId="{F95D49F7-0601-4E44-A573-0BA72F9158D6}" type="presParOf" srcId="{608CF207-1D4F-4B19-B085-30282602CA19}" destId="{01CE5859-0BFE-4A66-A679-9D9F9A16644D}" srcOrd="0" destOrd="0" presId="urn:microsoft.com/office/officeart/2005/8/layout/hierarchy2"/>
    <dgm:cxn modelId="{7DC47944-20D2-417E-9833-F9AE40940373}" type="presParOf" srcId="{608CF207-1D4F-4B19-B085-30282602CA19}" destId="{A5AEB171-0EF1-4681-AF6D-6622FF5B7EC8}" srcOrd="1" destOrd="0" presId="urn:microsoft.com/office/officeart/2005/8/layout/hierarchy2"/>
    <dgm:cxn modelId="{6941FA0D-1FC4-4D64-A4C3-9A9D404C2066}" type="presParOf" srcId="{A5AEB171-0EF1-4681-AF6D-6622FF5B7EC8}" destId="{4BFFA32C-8225-478C-9CEE-2C0C7D48B235}" srcOrd="0" destOrd="0" presId="urn:microsoft.com/office/officeart/2005/8/layout/hierarchy2"/>
    <dgm:cxn modelId="{0CD8DA7D-418F-47A6-AD70-77C9709FD24B}" type="presParOf" srcId="{4BFFA32C-8225-478C-9CEE-2C0C7D48B235}" destId="{144D18A2-53FD-4431-BEBE-A24834EEC8B9}" srcOrd="0" destOrd="0" presId="urn:microsoft.com/office/officeart/2005/8/layout/hierarchy2"/>
    <dgm:cxn modelId="{A0FF3D29-D3C6-4B96-AD3F-F5C18A24C43E}" type="presParOf" srcId="{A5AEB171-0EF1-4681-AF6D-6622FF5B7EC8}" destId="{789165CC-8350-4C37-955F-60ADB20DDD42}" srcOrd="1" destOrd="0" presId="urn:microsoft.com/office/officeart/2005/8/layout/hierarchy2"/>
    <dgm:cxn modelId="{D1E24091-F1B0-4B55-AE86-FE8D43EE6EBE}" type="presParOf" srcId="{789165CC-8350-4C37-955F-60ADB20DDD42}" destId="{355E416A-9E07-4CE0-A799-0C38B5C426D4}" srcOrd="0" destOrd="0" presId="urn:microsoft.com/office/officeart/2005/8/layout/hierarchy2"/>
    <dgm:cxn modelId="{48FC9634-45FA-4047-8541-8DE35B6118BA}" type="presParOf" srcId="{789165CC-8350-4C37-955F-60ADB20DDD42}" destId="{D3D09A5B-3B6C-48B8-B384-D1F70F7F72F9}" srcOrd="1" destOrd="0" presId="urn:microsoft.com/office/officeart/2005/8/layout/hierarchy2"/>
    <dgm:cxn modelId="{C787580F-D622-44DB-8A37-D593771D3A39}" type="presParOf" srcId="{5DD23BE6-6E19-4AA1-91E6-3251DB402BDB}" destId="{A617A74A-9E75-4385-9933-0079DBEE3DE6}" srcOrd="4" destOrd="0" presId="urn:microsoft.com/office/officeart/2005/8/layout/hierarchy2"/>
    <dgm:cxn modelId="{8C95A00A-3112-42E8-A207-82B00DE10897}" type="presParOf" srcId="{A617A74A-9E75-4385-9933-0079DBEE3DE6}" destId="{0EAE9862-46D0-40E9-A580-17CC35070856}" srcOrd="0" destOrd="0" presId="urn:microsoft.com/office/officeart/2005/8/layout/hierarchy2"/>
    <dgm:cxn modelId="{F62F41A4-CC6F-470D-B0B0-E8186AD75C9D}" type="presParOf" srcId="{5DD23BE6-6E19-4AA1-91E6-3251DB402BDB}" destId="{867F47BC-FDBA-4FA8-AAC4-D10D99664CF0}" srcOrd="5" destOrd="0" presId="urn:microsoft.com/office/officeart/2005/8/layout/hierarchy2"/>
    <dgm:cxn modelId="{85570CB5-7C13-423A-8D2E-5F7DE6AA67C6}" type="presParOf" srcId="{867F47BC-FDBA-4FA8-AAC4-D10D99664CF0}" destId="{EECC48AC-ED9D-4C8F-A92C-997B184AB688}" srcOrd="0" destOrd="0" presId="urn:microsoft.com/office/officeart/2005/8/layout/hierarchy2"/>
    <dgm:cxn modelId="{09931638-6A01-418D-88F8-F3E1F4DFF72A}" type="presParOf" srcId="{867F47BC-FDBA-4FA8-AAC4-D10D99664CF0}" destId="{2C3E4054-EECF-4933-A92E-0DD07F773B8E}" srcOrd="1" destOrd="0" presId="urn:microsoft.com/office/officeart/2005/8/layout/hierarchy2"/>
    <dgm:cxn modelId="{C866577C-9EC4-43F3-9F12-A7C30424D4C1}" type="presParOf" srcId="{5DD23BE6-6E19-4AA1-91E6-3251DB402BDB}" destId="{608FAE0E-64FD-4CED-836F-84492079F7E8}" srcOrd="6" destOrd="0" presId="urn:microsoft.com/office/officeart/2005/8/layout/hierarchy2"/>
    <dgm:cxn modelId="{351DF06E-2FA5-4891-9F7C-4B1401E9EC54}" type="presParOf" srcId="{608FAE0E-64FD-4CED-836F-84492079F7E8}" destId="{54A451F1-D55D-4E25-BA83-7AA6EDE692C3}" srcOrd="0" destOrd="0" presId="urn:microsoft.com/office/officeart/2005/8/layout/hierarchy2"/>
    <dgm:cxn modelId="{CCC73F33-A0EE-45B7-8017-D1952E6807FF}" type="presParOf" srcId="{5DD23BE6-6E19-4AA1-91E6-3251DB402BDB}" destId="{1F44CF8A-DB40-4244-BB6E-6E84764D6AA1}" srcOrd="7" destOrd="0" presId="urn:microsoft.com/office/officeart/2005/8/layout/hierarchy2"/>
    <dgm:cxn modelId="{539E2C26-9175-45A2-9825-7E96D53EF561}" type="presParOf" srcId="{1F44CF8A-DB40-4244-BB6E-6E84764D6AA1}" destId="{CC8D4858-3B4F-4B71-98C9-1FBD9A85B4B2}" srcOrd="0" destOrd="0" presId="urn:microsoft.com/office/officeart/2005/8/layout/hierarchy2"/>
    <dgm:cxn modelId="{E6AAA6C8-ED14-498E-AB7B-86F2A7A09B7E}" type="presParOf" srcId="{1F44CF8A-DB40-4244-BB6E-6E84764D6AA1}" destId="{FF9DF610-6526-4650-B0F4-D6F016B22F8C}" srcOrd="1" destOrd="0" presId="urn:microsoft.com/office/officeart/2005/8/layout/hierarchy2"/>
    <dgm:cxn modelId="{A49EE815-9C79-4225-8902-34E6A0880AE1}" type="presParOf" srcId="{68B7ABC8-E40C-424C-9058-FF482C16F0D3}" destId="{AD9544CE-69C3-4BBE-B076-D646234C8612}" srcOrd="2" destOrd="0" presId="urn:microsoft.com/office/officeart/2005/8/layout/hierarchy2"/>
    <dgm:cxn modelId="{DBB04E63-D40E-407C-B5B2-7DAEBE7DAFDC}" type="presParOf" srcId="{AD9544CE-69C3-4BBE-B076-D646234C8612}" destId="{006491B0-A655-41D8-94AD-F5E3EA1064D5}" srcOrd="0" destOrd="0" presId="urn:microsoft.com/office/officeart/2005/8/layout/hierarchy2"/>
    <dgm:cxn modelId="{B89D110E-AFB1-4A33-80D7-ED6D035B1113}" type="presParOf" srcId="{68B7ABC8-E40C-424C-9058-FF482C16F0D3}" destId="{818EF57D-78F1-43F5-B908-324B7D39BC81}" srcOrd="3" destOrd="0" presId="urn:microsoft.com/office/officeart/2005/8/layout/hierarchy2"/>
    <dgm:cxn modelId="{344A9C03-1AD7-41EF-8535-E3E6904A4681}" type="presParOf" srcId="{818EF57D-78F1-43F5-B908-324B7D39BC81}" destId="{A4F21135-B4D0-4D5D-BE39-C35E6DB8B439}" srcOrd="0" destOrd="0" presId="urn:microsoft.com/office/officeart/2005/8/layout/hierarchy2"/>
    <dgm:cxn modelId="{BD940907-0F26-4D4F-A7EF-226A9114B154}" type="presParOf" srcId="{818EF57D-78F1-43F5-B908-324B7D39BC81}" destId="{4C7008DF-9485-4407-8E37-0D2F5E04D1C8}" srcOrd="1" destOrd="0" presId="urn:microsoft.com/office/officeart/2005/8/layout/hierarchy2"/>
    <dgm:cxn modelId="{B0D91D9A-3225-4CD3-8709-C53AD5556BAF}" type="presParOf" srcId="{4C7008DF-9485-4407-8E37-0D2F5E04D1C8}" destId="{5A6AB6CB-253C-4FE2-8D3A-17B2CA2390FE}" srcOrd="0" destOrd="0" presId="urn:microsoft.com/office/officeart/2005/8/layout/hierarchy2"/>
    <dgm:cxn modelId="{2DADD52C-9D16-4CDD-A4B4-648A17D7858F}" type="presParOf" srcId="{5A6AB6CB-253C-4FE2-8D3A-17B2CA2390FE}" destId="{B7C7C473-6328-4291-B7A0-5EFF8FFC061D}" srcOrd="0" destOrd="0" presId="urn:microsoft.com/office/officeart/2005/8/layout/hierarchy2"/>
    <dgm:cxn modelId="{DB750EBB-5EA6-4B73-A102-7CC0675BE8DC}" type="presParOf" srcId="{4C7008DF-9485-4407-8E37-0D2F5E04D1C8}" destId="{64910991-BDDE-4CCB-8BBA-0F8EA9494CCF}" srcOrd="1" destOrd="0" presId="urn:microsoft.com/office/officeart/2005/8/layout/hierarchy2"/>
    <dgm:cxn modelId="{64326CDB-091E-40C9-BB3E-71437618DD5C}" type="presParOf" srcId="{64910991-BDDE-4CCB-8BBA-0F8EA9494CCF}" destId="{7450ABEA-44F7-406B-94B1-D4A02ED9E565}" srcOrd="0" destOrd="0" presId="urn:microsoft.com/office/officeart/2005/8/layout/hierarchy2"/>
    <dgm:cxn modelId="{507BFF4E-8CD0-4B9B-8D6F-004EA7DA5E40}" type="presParOf" srcId="{64910991-BDDE-4CCB-8BBA-0F8EA9494CCF}" destId="{9CAF0A0A-85B7-4927-A522-367AD34D4319}" srcOrd="1" destOrd="0" presId="urn:microsoft.com/office/officeart/2005/8/layout/hierarchy2"/>
    <dgm:cxn modelId="{2348AD97-BFC0-477B-BBC5-73A18ABF7CE0}" type="presParOf" srcId="{9CAF0A0A-85B7-4927-A522-367AD34D4319}" destId="{0A9DA56A-BCF2-4AAA-BAC6-B1C040095268}" srcOrd="0" destOrd="0" presId="urn:microsoft.com/office/officeart/2005/8/layout/hierarchy2"/>
    <dgm:cxn modelId="{3F530E5B-E71D-40C7-A9F8-5476583B9C09}" type="presParOf" srcId="{0A9DA56A-BCF2-4AAA-BAC6-B1C040095268}" destId="{9E57FE1D-446C-4CB6-AE6E-D316E4B3AB12}" srcOrd="0" destOrd="0" presId="urn:microsoft.com/office/officeart/2005/8/layout/hierarchy2"/>
    <dgm:cxn modelId="{A28ABB89-EBDD-45D4-BB44-BD43CB149E21}" type="presParOf" srcId="{9CAF0A0A-85B7-4927-A522-367AD34D4319}" destId="{7AF2C8EF-5975-4E04-9C9D-0A5726D83885}" srcOrd="1" destOrd="0" presId="urn:microsoft.com/office/officeart/2005/8/layout/hierarchy2"/>
    <dgm:cxn modelId="{76A0574C-FD9A-4F5E-AE98-696557D58F98}" type="presParOf" srcId="{7AF2C8EF-5975-4E04-9C9D-0A5726D83885}" destId="{795E118B-D913-44C0-BC0E-125D6D1B9594}" srcOrd="0" destOrd="0" presId="urn:microsoft.com/office/officeart/2005/8/layout/hierarchy2"/>
    <dgm:cxn modelId="{AAD814CE-F992-49B1-92EF-9A35DC25AF7A}" type="presParOf" srcId="{7AF2C8EF-5975-4E04-9C9D-0A5726D83885}" destId="{8F466EC8-01B2-4409-9DCA-18DCDF721092}" srcOrd="1" destOrd="0" presId="urn:microsoft.com/office/officeart/2005/8/layout/hierarchy2"/>
    <dgm:cxn modelId="{9F6B8967-63D8-45DC-90A1-E2E4867540ED}" type="presParOf" srcId="{8F466EC8-01B2-4409-9DCA-18DCDF721092}" destId="{AD677C2E-6539-43DF-9E94-E828CAC1821A}" srcOrd="0" destOrd="0" presId="urn:microsoft.com/office/officeart/2005/8/layout/hierarchy2"/>
    <dgm:cxn modelId="{B696907E-A2F4-4914-BED2-21247E56BC27}" type="presParOf" srcId="{AD677C2E-6539-43DF-9E94-E828CAC1821A}" destId="{9E0DF639-76AA-42A5-BB24-BDECC86341C1}" srcOrd="0" destOrd="0" presId="urn:microsoft.com/office/officeart/2005/8/layout/hierarchy2"/>
    <dgm:cxn modelId="{CEF63252-F1BA-4E61-96F5-5F226EBD9D73}" type="presParOf" srcId="{8F466EC8-01B2-4409-9DCA-18DCDF721092}" destId="{9730C6D1-0D04-452C-94BB-13217F875C4E}" srcOrd="1" destOrd="0" presId="urn:microsoft.com/office/officeart/2005/8/layout/hierarchy2"/>
    <dgm:cxn modelId="{387270A8-EB30-4B46-A015-0AC7CBEB5DFE}" type="presParOf" srcId="{9730C6D1-0D04-452C-94BB-13217F875C4E}" destId="{AE1384BD-8C11-424E-B2CA-9F4BBC74D3A6}" srcOrd="0" destOrd="0" presId="urn:microsoft.com/office/officeart/2005/8/layout/hierarchy2"/>
    <dgm:cxn modelId="{6534687A-F4F8-4ADC-8EAA-1D2B601E449C}" type="presParOf" srcId="{9730C6D1-0D04-452C-94BB-13217F875C4E}" destId="{D4D488E7-A2EB-483F-BCC9-65C400CFBEBE}" srcOrd="1" destOrd="0" presId="urn:microsoft.com/office/officeart/2005/8/layout/hierarchy2"/>
    <dgm:cxn modelId="{6545DDDA-0DF4-4FE8-A848-BCA503DFB0F2}" type="presParOf" srcId="{8F466EC8-01B2-4409-9DCA-18DCDF721092}" destId="{F9804F83-B37D-4D36-96F9-4F9985C876A9}" srcOrd="2" destOrd="0" presId="urn:microsoft.com/office/officeart/2005/8/layout/hierarchy2"/>
    <dgm:cxn modelId="{481BCDD2-4559-4863-A843-42B4EA0240AB}" type="presParOf" srcId="{F9804F83-B37D-4D36-96F9-4F9985C876A9}" destId="{C3F5B7D3-D0F7-430A-A8F7-36C33F4DF0E2}" srcOrd="0" destOrd="0" presId="urn:microsoft.com/office/officeart/2005/8/layout/hierarchy2"/>
    <dgm:cxn modelId="{12B2B5B5-2C1C-49F1-8BBF-3106AD020ABC}" type="presParOf" srcId="{8F466EC8-01B2-4409-9DCA-18DCDF721092}" destId="{01E2FCDD-4431-494A-BC1E-6D4DBEB2C8A4}" srcOrd="3" destOrd="0" presId="urn:microsoft.com/office/officeart/2005/8/layout/hierarchy2"/>
    <dgm:cxn modelId="{8481EFC6-BC1E-4891-AAB6-D0E63E95E300}" type="presParOf" srcId="{01E2FCDD-4431-494A-BC1E-6D4DBEB2C8A4}" destId="{163B5F1F-F93D-4910-8844-63C7C010A7A0}" srcOrd="0" destOrd="0" presId="urn:microsoft.com/office/officeart/2005/8/layout/hierarchy2"/>
    <dgm:cxn modelId="{E92635CA-E6EC-4CF2-9EAA-903F0E02F9C5}" type="presParOf" srcId="{01E2FCDD-4431-494A-BC1E-6D4DBEB2C8A4}" destId="{F80D05F2-A0E2-434E-BD9B-E89802AB7758}" srcOrd="1" destOrd="0" presId="urn:microsoft.com/office/officeart/2005/8/layout/hierarchy2"/>
    <dgm:cxn modelId="{FEF3D5E2-0FF4-4758-A81F-02E5B9EF9BF5}" type="presParOf" srcId="{8F466EC8-01B2-4409-9DCA-18DCDF721092}" destId="{1F981B32-8375-4CB9-9CF9-8EC6973E245A}" srcOrd="4" destOrd="0" presId="urn:microsoft.com/office/officeart/2005/8/layout/hierarchy2"/>
    <dgm:cxn modelId="{FE16B1CC-ECA2-4DA3-8E1D-0FD7DA91E69C}" type="presParOf" srcId="{1F981B32-8375-4CB9-9CF9-8EC6973E245A}" destId="{2B5CF253-11D9-41A8-821C-ECF73B3C1857}" srcOrd="0" destOrd="0" presId="urn:microsoft.com/office/officeart/2005/8/layout/hierarchy2"/>
    <dgm:cxn modelId="{EF8D6714-48EF-48AA-8E0E-BA6A59736B02}" type="presParOf" srcId="{8F466EC8-01B2-4409-9DCA-18DCDF721092}" destId="{6716FD10-27AD-4066-B468-AB109F3B32BD}" srcOrd="5" destOrd="0" presId="urn:microsoft.com/office/officeart/2005/8/layout/hierarchy2"/>
    <dgm:cxn modelId="{D5BBA166-EB22-46E9-805C-DBC5F261E36A}" type="presParOf" srcId="{6716FD10-27AD-4066-B468-AB109F3B32BD}" destId="{0C3EC4E5-9461-4771-B717-80638A91DD8D}" srcOrd="0" destOrd="0" presId="urn:microsoft.com/office/officeart/2005/8/layout/hierarchy2"/>
    <dgm:cxn modelId="{45C4417D-251F-4348-A05E-F52AC594AD2F}" type="presParOf" srcId="{6716FD10-27AD-4066-B468-AB109F3B32BD}" destId="{500FFE33-6D6D-46CF-95F9-F4EE17750ABD}" srcOrd="1" destOrd="0" presId="urn:microsoft.com/office/officeart/2005/8/layout/hierarchy2"/>
    <dgm:cxn modelId="{19C598A3-DE6A-49EA-9CED-040C8BEA75F1}" type="presParOf" srcId="{8F466EC8-01B2-4409-9DCA-18DCDF721092}" destId="{AB806135-0012-4823-ACC7-CB1D6045786E}" srcOrd="6" destOrd="0" presId="urn:microsoft.com/office/officeart/2005/8/layout/hierarchy2"/>
    <dgm:cxn modelId="{65B98353-E5F5-4DAE-AFF0-13C553C2C180}" type="presParOf" srcId="{AB806135-0012-4823-ACC7-CB1D6045786E}" destId="{9229E1BA-1A50-401D-9551-76C11D6EF28F}" srcOrd="0" destOrd="0" presId="urn:microsoft.com/office/officeart/2005/8/layout/hierarchy2"/>
    <dgm:cxn modelId="{8C685207-7D1E-409D-AF84-3E65ADE351A9}" type="presParOf" srcId="{8F466EC8-01B2-4409-9DCA-18DCDF721092}" destId="{B69CD761-6EBE-4F3D-B722-3C1C85311CEA}" srcOrd="7" destOrd="0" presId="urn:microsoft.com/office/officeart/2005/8/layout/hierarchy2"/>
    <dgm:cxn modelId="{4E50A534-9743-4E9E-A085-AAAD36024C82}" type="presParOf" srcId="{B69CD761-6EBE-4F3D-B722-3C1C85311CEA}" destId="{242C2890-BAE4-41C9-A2DF-72C554797CBE}" srcOrd="0" destOrd="0" presId="urn:microsoft.com/office/officeart/2005/8/layout/hierarchy2"/>
    <dgm:cxn modelId="{92958DF9-7557-40E8-B584-9684EC6E7215}" type="presParOf" srcId="{B69CD761-6EBE-4F3D-B722-3C1C85311CEA}" destId="{3E0C5637-D54A-4911-85B1-43824FE248F6}" srcOrd="1" destOrd="0" presId="urn:microsoft.com/office/officeart/2005/8/layout/hierarchy2"/>
    <dgm:cxn modelId="{A759AB69-8D16-4AFF-8947-F5BE50E39200}" type="presParOf" srcId="{8F466EC8-01B2-4409-9DCA-18DCDF721092}" destId="{5A27D6E3-2F5C-4EDD-92A3-4BC6A2A43685}" srcOrd="8" destOrd="0" presId="urn:microsoft.com/office/officeart/2005/8/layout/hierarchy2"/>
    <dgm:cxn modelId="{73017CFF-2975-4128-AE60-CEF69CB8F1DE}" type="presParOf" srcId="{5A27D6E3-2F5C-4EDD-92A3-4BC6A2A43685}" destId="{FCC570A1-210E-4DBB-8399-3227F64EBB7C}" srcOrd="0" destOrd="0" presId="urn:microsoft.com/office/officeart/2005/8/layout/hierarchy2"/>
    <dgm:cxn modelId="{6D74FE82-9B5D-4175-A203-C71D023F0BBA}" type="presParOf" srcId="{8F466EC8-01B2-4409-9DCA-18DCDF721092}" destId="{15F4256C-4F19-46B1-90B0-3ED36DC0DEEA}" srcOrd="9" destOrd="0" presId="urn:microsoft.com/office/officeart/2005/8/layout/hierarchy2"/>
    <dgm:cxn modelId="{B8977867-4248-4571-A77C-9C148E79B338}" type="presParOf" srcId="{15F4256C-4F19-46B1-90B0-3ED36DC0DEEA}" destId="{2084FC88-00E3-4392-8E65-5AE3B678B580}" srcOrd="0" destOrd="0" presId="urn:microsoft.com/office/officeart/2005/8/layout/hierarchy2"/>
    <dgm:cxn modelId="{8FC9E721-3092-435E-86DC-810B0B9E50BB}" type="presParOf" srcId="{15F4256C-4F19-46B1-90B0-3ED36DC0DEEA}" destId="{E95CCF93-A6A6-4E3D-8A64-EBC7D99C32BF}" srcOrd="1" destOrd="0" presId="urn:microsoft.com/office/officeart/2005/8/layout/hierarchy2"/>
    <dgm:cxn modelId="{8D908F7A-6485-45E7-9C6E-FB5833B48BB7}" type="presParOf" srcId="{9CAF0A0A-85B7-4927-A522-367AD34D4319}" destId="{81656CFE-B862-480D-A789-E03E1ED18243}" srcOrd="2" destOrd="0" presId="urn:microsoft.com/office/officeart/2005/8/layout/hierarchy2"/>
    <dgm:cxn modelId="{B5E41F27-9293-4C1B-9342-745E69CA4166}" type="presParOf" srcId="{81656CFE-B862-480D-A789-E03E1ED18243}" destId="{7D0F7CFD-6927-454C-8A6C-9A5C2D143704}" srcOrd="0" destOrd="0" presId="urn:microsoft.com/office/officeart/2005/8/layout/hierarchy2"/>
    <dgm:cxn modelId="{02BB5302-7E01-4E1F-9E78-E769F8833281}" type="presParOf" srcId="{9CAF0A0A-85B7-4927-A522-367AD34D4319}" destId="{8CEB31D3-5C24-4345-9EF0-97FAE18182D4}" srcOrd="3" destOrd="0" presId="urn:microsoft.com/office/officeart/2005/8/layout/hierarchy2"/>
    <dgm:cxn modelId="{9B644CAE-14A2-4881-BA96-B6B638277486}" type="presParOf" srcId="{8CEB31D3-5C24-4345-9EF0-97FAE18182D4}" destId="{DD758AFD-FB21-408D-AD1F-B1FBFC7E7123}" srcOrd="0" destOrd="0" presId="urn:microsoft.com/office/officeart/2005/8/layout/hierarchy2"/>
    <dgm:cxn modelId="{9946D393-0C24-4477-925C-927B28F4B263}" type="presParOf" srcId="{8CEB31D3-5C24-4345-9EF0-97FAE18182D4}" destId="{CAC2497C-BB4C-4E1D-B9A0-472CD2ADD7B7}" srcOrd="1" destOrd="0" presId="urn:microsoft.com/office/officeart/2005/8/layout/hierarchy2"/>
    <dgm:cxn modelId="{FA3A0C8D-F07C-45E3-8599-042F2520170F}" type="presParOf" srcId="{4C7008DF-9485-4407-8E37-0D2F5E04D1C8}" destId="{29F80236-B338-4C82-B98F-74B72EB88E73}" srcOrd="2" destOrd="0" presId="urn:microsoft.com/office/officeart/2005/8/layout/hierarchy2"/>
    <dgm:cxn modelId="{5E3378BC-1AF4-4056-AAED-CDC1067EBDDB}" type="presParOf" srcId="{29F80236-B338-4C82-B98F-74B72EB88E73}" destId="{80E8282C-4C2C-473E-87AF-E08616B273A6}" srcOrd="0" destOrd="0" presId="urn:microsoft.com/office/officeart/2005/8/layout/hierarchy2"/>
    <dgm:cxn modelId="{61C15701-1B8D-4341-B395-87F856950CF3}" type="presParOf" srcId="{4C7008DF-9485-4407-8E37-0D2F5E04D1C8}" destId="{7BF039D3-9F92-4D6A-8B7E-55A7B02E1594}" srcOrd="3" destOrd="0" presId="urn:microsoft.com/office/officeart/2005/8/layout/hierarchy2"/>
    <dgm:cxn modelId="{83E79129-D1D8-4E24-ADAC-E5DC06BD7E4A}" type="presParOf" srcId="{7BF039D3-9F92-4D6A-8B7E-55A7B02E1594}" destId="{523314EE-344D-488C-AF93-C681A169EE7C}" srcOrd="0" destOrd="0" presId="urn:microsoft.com/office/officeart/2005/8/layout/hierarchy2"/>
    <dgm:cxn modelId="{7C5EEF33-ACF8-46C8-B036-31FFBD78674B}" type="presParOf" srcId="{7BF039D3-9F92-4D6A-8B7E-55A7B02E1594}" destId="{88D080B0-40FF-4A48-859E-D0ADBB246254}" srcOrd="1" destOrd="0" presId="urn:microsoft.com/office/officeart/2005/8/layout/hierarchy2"/>
    <dgm:cxn modelId="{9C28A05C-A71C-4EE9-92C5-131E833DDC0E}" type="presParOf" srcId="{88D080B0-40FF-4A48-859E-D0ADBB246254}" destId="{9608E48E-F158-4E6C-A475-340EB3BAC20D}" srcOrd="0" destOrd="0" presId="urn:microsoft.com/office/officeart/2005/8/layout/hierarchy2"/>
    <dgm:cxn modelId="{E085C80C-97A0-4E9E-A21A-7404EB5F409B}" type="presParOf" srcId="{9608E48E-F158-4E6C-A475-340EB3BAC20D}" destId="{F155C6D1-5BA5-44E9-9C35-90F2D6E23DF2}" srcOrd="0" destOrd="0" presId="urn:microsoft.com/office/officeart/2005/8/layout/hierarchy2"/>
    <dgm:cxn modelId="{C8836AAA-4EA9-4A53-8011-5A112193EA68}" type="presParOf" srcId="{88D080B0-40FF-4A48-859E-D0ADBB246254}" destId="{F44F410C-CD59-45AA-9F26-5C7DF296ECD4}" srcOrd="1" destOrd="0" presId="urn:microsoft.com/office/officeart/2005/8/layout/hierarchy2"/>
    <dgm:cxn modelId="{97A26027-AB64-402C-AD3E-EA4E8B3B5FD0}" type="presParOf" srcId="{F44F410C-CD59-45AA-9F26-5C7DF296ECD4}" destId="{32920E92-9D59-4C3D-88A8-DA651B43AC5D}" srcOrd="0" destOrd="0" presId="urn:microsoft.com/office/officeart/2005/8/layout/hierarchy2"/>
    <dgm:cxn modelId="{7F85E2AA-F029-4A57-B1E3-9ACF67A49FF1}" type="presParOf" srcId="{F44F410C-CD59-45AA-9F26-5C7DF296ECD4}" destId="{82DA84CA-4C19-4BD4-B925-CA4593474764}" srcOrd="1" destOrd="0" presId="urn:microsoft.com/office/officeart/2005/8/layout/hierarchy2"/>
    <dgm:cxn modelId="{D3F0B4A8-9C15-4037-ABAB-70FBF3941FB8}" type="presParOf" srcId="{88D080B0-40FF-4A48-859E-D0ADBB246254}" destId="{4742E7EA-EF1C-469D-9C1A-E4204419BA24}" srcOrd="2" destOrd="0" presId="urn:microsoft.com/office/officeart/2005/8/layout/hierarchy2"/>
    <dgm:cxn modelId="{96215835-17D0-4C7F-AA1F-4F34366FD19C}" type="presParOf" srcId="{4742E7EA-EF1C-469D-9C1A-E4204419BA24}" destId="{D810AA1D-8512-4B44-BBF6-CC275990E860}" srcOrd="0" destOrd="0" presId="urn:microsoft.com/office/officeart/2005/8/layout/hierarchy2"/>
    <dgm:cxn modelId="{0CB08C27-B645-4E86-8700-8DF0942B6C15}" type="presParOf" srcId="{88D080B0-40FF-4A48-859E-D0ADBB246254}" destId="{E020DCDB-096D-4333-99D2-00701D46270B}" srcOrd="3" destOrd="0" presId="urn:microsoft.com/office/officeart/2005/8/layout/hierarchy2"/>
    <dgm:cxn modelId="{18E09D3E-776A-4991-8E4B-BC71F9539F12}" type="presParOf" srcId="{E020DCDB-096D-4333-99D2-00701D46270B}" destId="{523B7BE6-1C8D-4356-934A-9B3B52FCAE3C}" srcOrd="0" destOrd="0" presId="urn:microsoft.com/office/officeart/2005/8/layout/hierarchy2"/>
    <dgm:cxn modelId="{CF2A6C80-683F-417C-928C-4CDDBD184248}" type="presParOf" srcId="{E020DCDB-096D-4333-99D2-00701D46270B}" destId="{03FAD135-2BBE-47E5-9018-00D3AFBB681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93F53-BCD6-4560-A852-D0EFE8A92168}">
      <dsp:nvSpPr>
        <dsp:cNvPr id="0" name=""/>
        <dsp:cNvSpPr/>
      </dsp:nvSpPr>
      <dsp:spPr>
        <a:xfrm>
          <a:off x="1390350" y="2397747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计算机系统</a:t>
          </a:r>
        </a:p>
      </dsp:txBody>
      <dsp:txXfrm>
        <a:off x="1400012" y="2407409"/>
        <a:ext cx="640441" cy="310558"/>
      </dsp:txXfrm>
    </dsp:sp>
    <dsp:sp modelId="{3078DAA0-05A4-4E2C-846B-93A241DD7DC4}">
      <dsp:nvSpPr>
        <dsp:cNvPr id="0" name=""/>
        <dsp:cNvSpPr/>
      </dsp:nvSpPr>
      <dsp:spPr>
        <a:xfrm rot="16886432">
          <a:off x="1516817" y="1904205"/>
          <a:ext cx="1330504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1330504" y="6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148807" y="1877391"/>
        <a:ext cx="66525" cy="66525"/>
      </dsp:txXfrm>
    </dsp:sp>
    <dsp:sp modelId="{3E1B2DA8-821C-4A94-97BC-5F74E3E09485}">
      <dsp:nvSpPr>
        <dsp:cNvPr id="0" name=""/>
        <dsp:cNvSpPr/>
      </dsp:nvSpPr>
      <dsp:spPr>
        <a:xfrm>
          <a:off x="2314023" y="1093678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硬件系统</a:t>
          </a:r>
        </a:p>
      </dsp:txBody>
      <dsp:txXfrm>
        <a:off x="2323685" y="1103340"/>
        <a:ext cx="640441" cy="310558"/>
      </dsp:txXfrm>
    </dsp:sp>
    <dsp:sp modelId="{3ED6EFBB-74C7-4E6B-9F91-224A1BA83634}">
      <dsp:nvSpPr>
        <dsp:cNvPr id="0" name=""/>
        <dsp:cNvSpPr/>
      </dsp:nvSpPr>
      <dsp:spPr>
        <a:xfrm rot="17179538">
          <a:off x="2636318" y="801674"/>
          <a:ext cx="938847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938847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82271" y="784652"/>
        <a:ext cx="46942" cy="46942"/>
      </dsp:txXfrm>
    </dsp:sp>
    <dsp:sp modelId="{EFC858BE-E850-4D80-85EF-63CC49D57067}">
      <dsp:nvSpPr>
        <dsp:cNvPr id="0" name=""/>
        <dsp:cNvSpPr/>
      </dsp:nvSpPr>
      <dsp:spPr>
        <a:xfrm>
          <a:off x="3237695" y="192685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CPU</a:t>
          </a:r>
          <a:endParaRPr lang="zh-CN" altLang="en-US" sz="700" kern="1200" dirty="0"/>
        </a:p>
      </dsp:txBody>
      <dsp:txXfrm>
        <a:off x="3247357" y="202347"/>
        <a:ext cx="640441" cy="310558"/>
      </dsp:txXfrm>
    </dsp:sp>
    <dsp:sp modelId="{ABC7CDA0-E2FB-47F4-93D7-F49E560692DA}">
      <dsp:nvSpPr>
        <dsp:cNvPr id="0" name=""/>
        <dsp:cNvSpPr/>
      </dsp:nvSpPr>
      <dsp:spPr>
        <a:xfrm rot="19457599">
          <a:off x="3866913" y="256336"/>
          <a:ext cx="325001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25001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21289" y="254660"/>
        <a:ext cx="16250" cy="16250"/>
      </dsp:txXfrm>
    </dsp:sp>
    <dsp:sp modelId="{4AF154AD-2BFF-4692-993B-2AFB682C36C9}">
      <dsp:nvSpPr>
        <dsp:cNvPr id="0" name=""/>
        <dsp:cNvSpPr/>
      </dsp:nvSpPr>
      <dsp:spPr>
        <a:xfrm>
          <a:off x="4161367" y="3003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运算器</a:t>
          </a:r>
        </a:p>
      </dsp:txBody>
      <dsp:txXfrm>
        <a:off x="4171029" y="12665"/>
        <a:ext cx="640441" cy="310558"/>
      </dsp:txXfrm>
    </dsp:sp>
    <dsp:sp modelId="{7D362EC7-249F-44A9-B5E2-B034DAC111AC}">
      <dsp:nvSpPr>
        <dsp:cNvPr id="0" name=""/>
        <dsp:cNvSpPr/>
      </dsp:nvSpPr>
      <dsp:spPr>
        <a:xfrm rot="2142401">
          <a:off x="3866913" y="446019"/>
          <a:ext cx="325001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25001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21289" y="444343"/>
        <a:ext cx="16250" cy="16250"/>
      </dsp:txXfrm>
    </dsp:sp>
    <dsp:sp modelId="{5BC6DD81-2B51-4599-A6B7-4517FF3008CB}">
      <dsp:nvSpPr>
        <dsp:cNvPr id="0" name=""/>
        <dsp:cNvSpPr/>
      </dsp:nvSpPr>
      <dsp:spPr>
        <a:xfrm>
          <a:off x="4161367" y="382368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控制器</a:t>
          </a:r>
        </a:p>
      </dsp:txBody>
      <dsp:txXfrm>
        <a:off x="4171029" y="392030"/>
        <a:ext cx="640441" cy="310558"/>
      </dsp:txXfrm>
    </dsp:sp>
    <dsp:sp modelId="{FDE1B4A8-EB91-4C3A-9DF6-0F4AFAEBC4C5}">
      <dsp:nvSpPr>
        <dsp:cNvPr id="0" name=""/>
        <dsp:cNvSpPr/>
      </dsp:nvSpPr>
      <dsp:spPr>
        <a:xfrm rot="1699647">
          <a:off x="2955838" y="1323302"/>
          <a:ext cx="299808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299808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98247" y="1322255"/>
        <a:ext cx="14990" cy="14990"/>
      </dsp:txXfrm>
    </dsp:sp>
    <dsp:sp modelId="{A9775581-5511-4C2C-AE64-B4AD9843EB13}">
      <dsp:nvSpPr>
        <dsp:cNvPr id="0" name=""/>
        <dsp:cNvSpPr/>
      </dsp:nvSpPr>
      <dsp:spPr>
        <a:xfrm>
          <a:off x="3237695" y="1235940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存储器</a:t>
          </a:r>
        </a:p>
      </dsp:txBody>
      <dsp:txXfrm>
        <a:off x="3247357" y="1245602"/>
        <a:ext cx="640441" cy="310558"/>
      </dsp:txXfrm>
    </dsp:sp>
    <dsp:sp modelId="{C251B781-0CD0-4800-A00D-70FF5BF7A00E}">
      <dsp:nvSpPr>
        <dsp:cNvPr id="0" name=""/>
        <dsp:cNvSpPr/>
      </dsp:nvSpPr>
      <dsp:spPr>
        <a:xfrm rot="18770822">
          <a:off x="3835378" y="1252171"/>
          <a:ext cx="388072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88072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19712" y="1248918"/>
        <a:ext cx="19403" cy="19403"/>
      </dsp:txXfrm>
    </dsp:sp>
    <dsp:sp modelId="{914C0093-603D-4ACA-BAF1-A1D882A66F42}">
      <dsp:nvSpPr>
        <dsp:cNvPr id="0" name=""/>
        <dsp:cNvSpPr/>
      </dsp:nvSpPr>
      <dsp:spPr>
        <a:xfrm>
          <a:off x="4161367" y="951416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内部存储</a:t>
          </a:r>
        </a:p>
      </dsp:txBody>
      <dsp:txXfrm>
        <a:off x="4171029" y="961078"/>
        <a:ext cx="640441" cy="310558"/>
      </dsp:txXfrm>
    </dsp:sp>
    <dsp:sp modelId="{BB64CC93-ECE0-418C-B82F-0CC7A0411290}">
      <dsp:nvSpPr>
        <dsp:cNvPr id="0" name=""/>
        <dsp:cNvSpPr/>
      </dsp:nvSpPr>
      <dsp:spPr>
        <a:xfrm rot="19457599">
          <a:off x="4790586" y="1015067"/>
          <a:ext cx="325001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25001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44961" y="1013391"/>
        <a:ext cx="16250" cy="16250"/>
      </dsp:txXfrm>
    </dsp:sp>
    <dsp:sp modelId="{72FDCAFE-A84D-448D-8715-FDEEAAFFE810}">
      <dsp:nvSpPr>
        <dsp:cNvPr id="0" name=""/>
        <dsp:cNvSpPr/>
      </dsp:nvSpPr>
      <dsp:spPr>
        <a:xfrm>
          <a:off x="5085040" y="761733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RAM</a:t>
          </a:r>
          <a:endParaRPr lang="zh-CN" altLang="en-US" sz="700" kern="1200" dirty="0"/>
        </a:p>
      </dsp:txBody>
      <dsp:txXfrm>
        <a:off x="5094702" y="771395"/>
        <a:ext cx="640441" cy="310558"/>
      </dsp:txXfrm>
    </dsp:sp>
    <dsp:sp modelId="{2F86DA1A-9EB6-4603-865A-408EF97ACAB0}">
      <dsp:nvSpPr>
        <dsp:cNvPr id="0" name=""/>
        <dsp:cNvSpPr/>
      </dsp:nvSpPr>
      <dsp:spPr>
        <a:xfrm>
          <a:off x="5744806" y="920226"/>
          <a:ext cx="263906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263906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870161" y="920077"/>
        <a:ext cx="13195" cy="13195"/>
      </dsp:txXfrm>
    </dsp:sp>
    <dsp:sp modelId="{2CBAE025-A68F-43D4-BEF7-E36A88AB0480}">
      <dsp:nvSpPr>
        <dsp:cNvPr id="0" name=""/>
        <dsp:cNvSpPr/>
      </dsp:nvSpPr>
      <dsp:spPr>
        <a:xfrm>
          <a:off x="6008712" y="761733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随机存储器：内存</a:t>
          </a:r>
        </a:p>
      </dsp:txBody>
      <dsp:txXfrm>
        <a:off x="6018374" y="771395"/>
        <a:ext cx="640441" cy="310558"/>
      </dsp:txXfrm>
    </dsp:sp>
    <dsp:sp modelId="{1F58DC39-E9E6-46A2-9BA0-34CC276DF4FC}">
      <dsp:nvSpPr>
        <dsp:cNvPr id="0" name=""/>
        <dsp:cNvSpPr/>
      </dsp:nvSpPr>
      <dsp:spPr>
        <a:xfrm rot="2142401">
          <a:off x="4790586" y="1204750"/>
          <a:ext cx="325001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25001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44961" y="1203074"/>
        <a:ext cx="16250" cy="16250"/>
      </dsp:txXfrm>
    </dsp:sp>
    <dsp:sp modelId="{86EECBE2-5614-4A55-A726-FAF24ADA93F7}">
      <dsp:nvSpPr>
        <dsp:cNvPr id="0" name=""/>
        <dsp:cNvSpPr/>
      </dsp:nvSpPr>
      <dsp:spPr>
        <a:xfrm>
          <a:off x="5085040" y="1141099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ROM</a:t>
          </a:r>
          <a:endParaRPr lang="zh-CN" altLang="en-US" sz="700" kern="1200" dirty="0"/>
        </a:p>
      </dsp:txBody>
      <dsp:txXfrm>
        <a:off x="5094702" y="1150761"/>
        <a:ext cx="640441" cy="310558"/>
      </dsp:txXfrm>
    </dsp:sp>
    <dsp:sp modelId="{4674AC8C-5E59-4E9B-A4EC-49997B385348}">
      <dsp:nvSpPr>
        <dsp:cNvPr id="0" name=""/>
        <dsp:cNvSpPr/>
      </dsp:nvSpPr>
      <dsp:spPr>
        <a:xfrm>
          <a:off x="5744806" y="1299591"/>
          <a:ext cx="263906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263906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870161" y="1299443"/>
        <a:ext cx="13195" cy="13195"/>
      </dsp:txXfrm>
    </dsp:sp>
    <dsp:sp modelId="{81445132-40A2-40C2-B679-27B9FDCCB18E}">
      <dsp:nvSpPr>
        <dsp:cNvPr id="0" name=""/>
        <dsp:cNvSpPr/>
      </dsp:nvSpPr>
      <dsp:spPr>
        <a:xfrm>
          <a:off x="6008712" y="1141099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只读存储器</a:t>
          </a:r>
        </a:p>
      </dsp:txBody>
      <dsp:txXfrm>
        <a:off x="6018374" y="1150761"/>
        <a:ext cx="640441" cy="310558"/>
      </dsp:txXfrm>
    </dsp:sp>
    <dsp:sp modelId="{C3C7D1DB-34B1-40B9-ABDE-9DE5709F00BF}">
      <dsp:nvSpPr>
        <dsp:cNvPr id="0" name=""/>
        <dsp:cNvSpPr/>
      </dsp:nvSpPr>
      <dsp:spPr>
        <a:xfrm rot="2829178">
          <a:off x="3835378" y="1536695"/>
          <a:ext cx="388072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88072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19712" y="1533442"/>
        <a:ext cx="19403" cy="19403"/>
      </dsp:txXfrm>
    </dsp:sp>
    <dsp:sp modelId="{01CE5859-0BFE-4A66-A679-9D9F9A16644D}">
      <dsp:nvSpPr>
        <dsp:cNvPr id="0" name=""/>
        <dsp:cNvSpPr/>
      </dsp:nvSpPr>
      <dsp:spPr>
        <a:xfrm>
          <a:off x="4161367" y="1520464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外包存储器</a:t>
          </a:r>
        </a:p>
      </dsp:txBody>
      <dsp:txXfrm>
        <a:off x="4171029" y="1530126"/>
        <a:ext cx="640441" cy="310558"/>
      </dsp:txXfrm>
    </dsp:sp>
    <dsp:sp modelId="{4BFFA32C-8225-478C-9CEE-2C0C7D48B235}">
      <dsp:nvSpPr>
        <dsp:cNvPr id="0" name=""/>
        <dsp:cNvSpPr/>
      </dsp:nvSpPr>
      <dsp:spPr>
        <a:xfrm>
          <a:off x="4821133" y="1678957"/>
          <a:ext cx="263906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263906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46489" y="1678808"/>
        <a:ext cx="13195" cy="13195"/>
      </dsp:txXfrm>
    </dsp:sp>
    <dsp:sp modelId="{355E416A-9E07-4CE0-A799-0C38B5C426D4}">
      <dsp:nvSpPr>
        <dsp:cNvPr id="0" name=""/>
        <dsp:cNvSpPr/>
      </dsp:nvSpPr>
      <dsp:spPr>
        <a:xfrm>
          <a:off x="5085040" y="1520464"/>
          <a:ext cx="1687767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硬盘、</a:t>
          </a:r>
          <a:r>
            <a:rPr lang="en-US" altLang="zh-CN" sz="700" kern="1200" dirty="0"/>
            <a:t>U</a:t>
          </a:r>
          <a:r>
            <a:rPr lang="zh-CN" altLang="en-US" sz="700" kern="1200" dirty="0"/>
            <a:t>盘、光盘、磁带</a:t>
          </a:r>
        </a:p>
      </dsp:txBody>
      <dsp:txXfrm>
        <a:off x="5094702" y="1530126"/>
        <a:ext cx="1668443" cy="310558"/>
      </dsp:txXfrm>
    </dsp:sp>
    <dsp:sp modelId="{A617A74A-9E75-4385-9933-0079DBEE3DE6}">
      <dsp:nvSpPr>
        <dsp:cNvPr id="0" name=""/>
        <dsp:cNvSpPr/>
      </dsp:nvSpPr>
      <dsp:spPr>
        <a:xfrm rot="3789830">
          <a:off x="2813448" y="1512984"/>
          <a:ext cx="584586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584586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91127" y="1504819"/>
        <a:ext cx="29229" cy="29229"/>
      </dsp:txXfrm>
    </dsp:sp>
    <dsp:sp modelId="{EECC48AC-ED9D-4C8F-A92C-997B184AB688}">
      <dsp:nvSpPr>
        <dsp:cNvPr id="0" name=""/>
        <dsp:cNvSpPr/>
      </dsp:nvSpPr>
      <dsp:spPr>
        <a:xfrm>
          <a:off x="3237695" y="1615306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输入设备</a:t>
          </a:r>
        </a:p>
      </dsp:txBody>
      <dsp:txXfrm>
        <a:off x="3247357" y="1624968"/>
        <a:ext cx="640441" cy="310558"/>
      </dsp:txXfrm>
    </dsp:sp>
    <dsp:sp modelId="{608FAE0E-64FD-4CED-836F-84492079F7E8}">
      <dsp:nvSpPr>
        <dsp:cNvPr id="0" name=""/>
        <dsp:cNvSpPr/>
      </dsp:nvSpPr>
      <dsp:spPr>
        <a:xfrm rot="4420462">
          <a:off x="2636318" y="1702667"/>
          <a:ext cx="938847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938847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82271" y="1685645"/>
        <a:ext cx="46942" cy="46942"/>
      </dsp:txXfrm>
    </dsp:sp>
    <dsp:sp modelId="{CC8D4858-3B4F-4B71-98C9-1FBD9A85B4B2}">
      <dsp:nvSpPr>
        <dsp:cNvPr id="0" name=""/>
        <dsp:cNvSpPr/>
      </dsp:nvSpPr>
      <dsp:spPr>
        <a:xfrm>
          <a:off x="3237695" y="1994671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输出设备</a:t>
          </a:r>
        </a:p>
      </dsp:txBody>
      <dsp:txXfrm>
        <a:off x="3247357" y="2004333"/>
        <a:ext cx="640441" cy="310558"/>
      </dsp:txXfrm>
    </dsp:sp>
    <dsp:sp modelId="{AD9544CE-69C3-4BBE-B076-D646234C8612}">
      <dsp:nvSpPr>
        <dsp:cNvPr id="0" name=""/>
        <dsp:cNvSpPr/>
      </dsp:nvSpPr>
      <dsp:spPr>
        <a:xfrm rot="4713568">
          <a:off x="1516817" y="3208274"/>
          <a:ext cx="1330504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1330504" y="64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148807" y="3181460"/>
        <a:ext cx="66525" cy="66525"/>
      </dsp:txXfrm>
    </dsp:sp>
    <dsp:sp modelId="{A4F21135-B4D0-4D5D-BE39-C35E6DB8B439}">
      <dsp:nvSpPr>
        <dsp:cNvPr id="0" name=""/>
        <dsp:cNvSpPr/>
      </dsp:nvSpPr>
      <dsp:spPr>
        <a:xfrm>
          <a:off x="2314023" y="3701815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软件系统</a:t>
          </a:r>
        </a:p>
      </dsp:txBody>
      <dsp:txXfrm>
        <a:off x="2323685" y="3711477"/>
        <a:ext cx="640441" cy="310558"/>
      </dsp:txXfrm>
    </dsp:sp>
    <dsp:sp modelId="{5A6AB6CB-253C-4FE2-8D3A-17B2CA2390FE}">
      <dsp:nvSpPr>
        <dsp:cNvPr id="0" name=""/>
        <dsp:cNvSpPr/>
      </dsp:nvSpPr>
      <dsp:spPr>
        <a:xfrm rot="18289469">
          <a:off x="2874677" y="3670625"/>
          <a:ext cx="462130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462130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94189" y="3665521"/>
        <a:ext cx="23106" cy="23106"/>
      </dsp:txXfrm>
    </dsp:sp>
    <dsp:sp modelId="{7450ABEA-44F7-406B-94B1-D4A02ED9E565}">
      <dsp:nvSpPr>
        <dsp:cNvPr id="0" name=""/>
        <dsp:cNvSpPr/>
      </dsp:nvSpPr>
      <dsp:spPr>
        <a:xfrm>
          <a:off x="3237695" y="3322450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系统软件</a:t>
          </a:r>
        </a:p>
      </dsp:txBody>
      <dsp:txXfrm>
        <a:off x="3247357" y="3332112"/>
        <a:ext cx="640441" cy="310558"/>
      </dsp:txXfrm>
    </dsp:sp>
    <dsp:sp modelId="{0A9DA56A-BCF2-4AAA-BAC6-B1C040095268}">
      <dsp:nvSpPr>
        <dsp:cNvPr id="0" name=""/>
        <dsp:cNvSpPr/>
      </dsp:nvSpPr>
      <dsp:spPr>
        <a:xfrm rot="19457599">
          <a:off x="3866913" y="3386101"/>
          <a:ext cx="325001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25001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21289" y="3384425"/>
        <a:ext cx="16250" cy="16250"/>
      </dsp:txXfrm>
    </dsp:sp>
    <dsp:sp modelId="{795E118B-D913-44C0-BC0E-125D6D1B9594}">
      <dsp:nvSpPr>
        <dsp:cNvPr id="0" name=""/>
        <dsp:cNvSpPr/>
      </dsp:nvSpPr>
      <dsp:spPr>
        <a:xfrm>
          <a:off x="4161367" y="3132767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操作系统</a:t>
          </a:r>
        </a:p>
      </dsp:txBody>
      <dsp:txXfrm>
        <a:off x="4171029" y="3142429"/>
        <a:ext cx="640441" cy="310558"/>
      </dsp:txXfrm>
    </dsp:sp>
    <dsp:sp modelId="{AD677C2E-6539-43DF-9E94-E828CAC1821A}">
      <dsp:nvSpPr>
        <dsp:cNvPr id="0" name=""/>
        <dsp:cNvSpPr/>
      </dsp:nvSpPr>
      <dsp:spPr>
        <a:xfrm rot="17350740">
          <a:off x="4551428" y="2911894"/>
          <a:ext cx="803317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803317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33003" y="2898260"/>
        <a:ext cx="40165" cy="40165"/>
      </dsp:txXfrm>
    </dsp:sp>
    <dsp:sp modelId="{AE1384BD-8C11-424E-B2CA-9F4BBC74D3A6}">
      <dsp:nvSpPr>
        <dsp:cNvPr id="0" name=""/>
        <dsp:cNvSpPr/>
      </dsp:nvSpPr>
      <dsp:spPr>
        <a:xfrm>
          <a:off x="5085040" y="2374036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Windows</a:t>
          </a:r>
          <a:endParaRPr lang="zh-CN" altLang="en-US" sz="700" kern="1200" dirty="0"/>
        </a:p>
      </dsp:txBody>
      <dsp:txXfrm>
        <a:off x="5094702" y="2383698"/>
        <a:ext cx="640441" cy="310558"/>
      </dsp:txXfrm>
    </dsp:sp>
    <dsp:sp modelId="{F9804F83-B37D-4D36-96F9-4F9985C876A9}">
      <dsp:nvSpPr>
        <dsp:cNvPr id="0" name=""/>
        <dsp:cNvSpPr/>
      </dsp:nvSpPr>
      <dsp:spPr>
        <a:xfrm rot="18289469">
          <a:off x="4722021" y="3101577"/>
          <a:ext cx="462130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462130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41533" y="3096473"/>
        <a:ext cx="23106" cy="23106"/>
      </dsp:txXfrm>
    </dsp:sp>
    <dsp:sp modelId="{163B5F1F-F93D-4910-8844-63C7C010A7A0}">
      <dsp:nvSpPr>
        <dsp:cNvPr id="0" name=""/>
        <dsp:cNvSpPr/>
      </dsp:nvSpPr>
      <dsp:spPr>
        <a:xfrm>
          <a:off x="5085040" y="2753402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Linux</a:t>
          </a:r>
          <a:endParaRPr lang="zh-CN" altLang="en-US" sz="700" kern="1200" dirty="0"/>
        </a:p>
      </dsp:txBody>
      <dsp:txXfrm>
        <a:off x="5094702" y="2763064"/>
        <a:ext cx="640441" cy="310558"/>
      </dsp:txXfrm>
    </dsp:sp>
    <dsp:sp modelId="{1F981B32-8375-4CB9-9CF9-8EC6973E245A}">
      <dsp:nvSpPr>
        <dsp:cNvPr id="0" name=""/>
        <dsp:cNvSpPr/>
      </dsp:nvSpPr>
      <dsp:spPr>
        <a:xfrm>
          <a:off x="4821133" y="3291260"/>
          <a:ext cx="263906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263906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46489" y="3291111"/>
        <a:ext cx="13195" cy="13195"/>
      </dsp:txXfrm>
    </dsp:sp>
    <dsp:sp modelId="{0C3EC4E5-9461-4771-B717-80638A91DD8D}">
      <dsp:nvSpPr>
        <dsp:cNvPr id="0" name=""/>
        <dsp:cNvSpPr/>
      </dsp:nvSpPr>
      <dsp:spPr>
        <a:xfrm>
          <a:off x="5085040" y="3132767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Android</a:t>
          </a:r>
          <a:endParaRPr lang="zh-CN" altLang="en-US" sz="700" kern="1200" dirty="0"/>
        </a:p>
      </dsp:txBody>
      <dsp:txXfrm>
        <a:off x="5094702" y="3142429"/>
        <a:ext cx="640441" cy="310558"/>
      </dsp:txXfrm>
    </dsp:sp>
    <dsp:sp modelId="{AB806135-0012-4823-ACC7-CB1D6045786E}">
      <dsp:nvSpPr>
        <dsp:cNvPr id="0" name=""/>
        <dsp:cNvSpPr/>
      </dsp:nvSpPr>
      <dsp:spPr>
        <a:xfrm rot="3310531">
          <a:off x="4722021" y="3480942"/>
          <a:ext cx="462130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462130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41533" y="3475838"/>
        <a:ext cx="23106" cy="23106"/>
      </dsp:txXfrm>
    </dsp:sp>
    <dsp:sp modelId="{242C2890-BAE4-41C9-A2DF-72C554797CBE}">
      <dsp:nvSpPr>
        <dsp:cNvPr id="0" name=""/>
        <dsp:cNvSpPr/>
      </dsp:nvSpPr>
      <dsp:spPr>
        <a:xfrm>
          <a:off x="5085040" y="3512133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HarmonyOS</a:t>
          </a:r>
          <a:endParaRPr lang="zh-CN" altLang="en-US" sz="700" kern="1200" dirty="0"/>
        </a:p>
      </dsp:txBody>
      <dsp:txXfrm>
        <a:off x="5094702" y="3521795"/>
        <a:ext cx="640441" cy="310558"/>
      </dsp:txXfrm>
    </dsp:sp>
    <dsp:sp modelId="{5A27D6E3-2F5C-4EDD-92A3-4BC6A2A43685}">
      <dsp:nvSpPr>
        <dsp:cNvPr id="0" name=""/>
        <dsp:cNvSpPr/>
      </dsp:nvSpPr>
      <dsp:spPr>
        <a:xfrm rot="4249260">
          <a:off x="4551428" y="3670625"/>
          <a:ext cx="803317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803317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933003" y="3656991"/>
        <a:ext cx="40165" cy="40165"/>
      </dsp:txXfrm>
    </dsp:sp>
    <dsp:sp modelId="{2084FC88-00E3-4392-8E65-5AE3B678B580}">
      <dsp:nvSpPr>
        <dsp:cNvPr id="0" name=""/>
        <dsp:cNvSpPr/>
      </dsp:nvSpPr>
      <dsp:spPr>
        <a:xfrm>
          <a:off x="5085040" y="3891498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IOS</a:t>
          </a:r>
          <a:endParaRPr lang="zh-CN" altLang="en-US" sz="700" kern="1200" dirty="0"/>
        </a:p>
      </dsp:txBody>
      <dsp:txXfrm>
        <a:off x="5094702" y="3901160"/>
        <a:ext cx="640441" cy="310558"/>
      </dsp:txXfrm>
    </dsp:sp>
    <dsp:sp modelId="{81656CFE-B862-480D-A789-E03E1ED18243}">
      <dsp:nvSpPr>
        <dsp:cNvPr id="0" name=""/>
        <dsp:cNvSpPr/>
      </dsp:nvSpPr>
      <dsp:spPr>
        <a:xfrm rot="2142401">
          <a:off x="3866913" y="3575784"/>
          <a:ext cx="325001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25001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21289" y="3574108"/>
        <a:ext cx="16250" cy="16250"/>
      </dsp:txXfrm>
    </dsp:sp>
    <dsp:sp modelId="{DD758AFD-FB21-408D-AD1F-B1FBFC7E7123}">
      <dsp:nvSpPr>
        <dsp:cNvPr id="0" name=""/>
        <dsp:cNvSpPr/>
      </dsp:nvSpPr>
      <dsp:spPr>
        <a:xfrm>
          <a:off x="4161367" y="3512133"/>
          <a:ext cx="814573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数据库管理软件</a:t>
          </a:r>
        </a:p>
      </dsp:txBody>
      <dsp:txXfrm>
        <a:off x="4171029" y="3521795"/>
        <a:ext cx="795249" cy="310558"/>
      </dsp:txXfrm>
    </dsp:sp>
    <dsp:sp modelId="{29F80236-B338-4C82-B98F-74B72EB88E73}">
      <dsp:nvSpPr>
        <dsp:cNvPr id="0" name=""/>
        <dsp:cNvSpPr/>
      </dsp:nvSpPr>
      <dsp:spPr>
        <a:xfrm rot="3310531">
          <a:off x="2874677" y="4049991"/>
          <a:ext cx="462130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462130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094189" y="4044886"/>
        <a:ext cx="23106" cy="23106"/>
      </dsp:txXfrm>
    </dsp:sp>
    <dsp:sp modelId="{523314EE-344D-488C-AF93-C681A169EE7C}">
      <dsp:nvSpPr>
        <dsp:cNvPr id="0" name=""/>
        <dsp:cNvSpPr/>
      </dsp:nvSpPr>
      <dsp:spPr>
        <a:xfrm>
          <a:off x="3237695" y="4081181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700" kern="1200" dirty="0"/>
            <a:t>应用软件</a:t>
          </a:r>
        </a:p>
      </dsp:txBody>
      <dsp:txXfrm>
        <a:off x="3247357" y="4090843"/>
        <a:ext cx="640441" cy="310558"/>
      </dsp:txXfrm>
    </dsp:sp>
    <dsp:sp modelId="{9608E48E-F158-4E6C-A475-340EB3BAC20D}">
      <dsp:nvSpPr>
        <dsp:cNvPr id="0" name=""/>
        <dsp:cNvSpPr/>
      </dsp:nvSpPr>
      <dsp:spPr>
        <a:xfrm rot="19457599">
          <a:off x="3866913" y="4144832"/>
          <a:ext cx="325001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25001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21289" y="4143156"/>
        <a:ext cx="16250" cy="16250"/>
      </dsp:txXfrm>
    </dsp:sp>
    <dsp:sp modelId="{32920E92-9D59-4C3D-88A8-DA651B43AC5D}">
      <dsp:nvSpPr>
        <dsp:cNvPr id="0" name=""/>
        <dsp:cNvSpPr/>
      </dsp:nvSpPr>
      <dsp:spPr>
        <a:xfrm>
          <a:off x="4161367" y="3891498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 err="1"/>
            <a:t>Wps</a:t>
          </a:r>
          <a:endParaRPr lang="zh-CN" altLang="en-US" sz="700" kern="1200" dirty="0"/>
        </a:p>
      </dsp:txBody>
      <dsp:txXfrm>
        <a:off x="4171029" y="3901160"/>
        <a:ext cx="640441" cy="310558"/>
      </dsp:txXfrm>
    </dsp:sp>
    <dsp:sp modelId="{4742E7EA-EF1C-469D-9C1A-E4204419BA24}">
      <dsp:nvSpPr>
        <dsp:cNvPr id="0" name=""/>
        <dsp:cNvSpPr/>
      </dsp:nvSpPr>
      <dsp:spPr>
        <a:xfrm rot="2142401">
          <a:off x="3866913" y="4334515"/>
          <a:ext cx="325001" cy="12897"/>
        </a:xfrm>
        <a:custGeom>
          <a:avLst/>
          <a:gdLst/>
          <a:ahLst/>
          <a:cxnLst/>
          <a:rect l="0" t="0" r="0" b="0"/>
          <a:pathLst>
            <a:path>
              <a:moveTo>
                <a:pt x="0" y="6448"/>
              </a:moveTo>
              <a:lnTo>
                <a:pt x="325001" y="644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21289" y="4332839"/>
        <a:ext cx="16250" cy="16250"/>
      </dsp:txXfrm>
    </dsp:sp>
    <dsp:sp modelId="{523B7BE6-1C8D-4356-934A-9B3B52FCAE3C}">
      <dsp:nvSpPr>
        <dsp:cNvPr id="0" name=""/>
        <dsp:cNvSpPr/>
      </dsp:nvSpPr>
      <dsp:spPr>
        <a:xfrm>
          <a:off x="4161367" y="4270863"/>
          <a:ext cx="659765" cy="329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700" kern="1200" dirty="0"/>
            <a:t>QQ</a:t>
          </a:r>
          <a:r>
            <a:rPr lang="zh-CN" altLang="en-US" sz="700" kern="1200" dirty="0"/>
            <a:t>、微信、抖音</a:t>
          </a:r>
          <a:r>
            <a:rPr lang="en-US" altLang="zh-CN" sz="700" kern="1200" dirty="0"/>
            <a:t>……</a:t>
          </a:r>
          <a:endParaRPr lang="zh-CN" altLang="en-US" sz="700" kern="1200" dirty="0"/>
        </a:p>
      </dsp:txBody>
      <dsp:txXfrm>
        <a:off x="4171029" y="4280525"/>
        <a:ext cx="640441" cy="310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99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5687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B957CC-A438-4D82-B305-22914934740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图形"/>
          <p:cNvGrpSpPr/>
          <p:nvPr userDrawn="1"/>
        </p:nvGrpSpPr>
        <p:grpSpPr>
          <a:xfrm flipH="1">
            <a:off x="8077747" y="214478"/>
            <a:ext cx="816106" cy="332074"/>
            <a:chOff x="465530" y="2231777"/>
            <a:chExt cx="1116082" cy="453862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7000">
                <a:srgbClr val="504B45"/>
              </a:gs>
            </a:gsLst>
            <a:lin ang="10200000" scaled="0"/>
          </a:gradFill>
        </p:grpSpPr>
        <p:grpSp>
          <p:nvGrpSpPr>
            <p:cNvPr id="48" name="组合 47"/>
            <p:cNvGrpSpPr/>
            <p:nvPr/>
          </p:nvGrpSpPr>
          <p:grpSpPr>
            <a:xfrm rot="5400000">
              <a:off x="492855" y="2204452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01" name="组合 200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13" name="组合 21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14" name="组合 21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02" name="组合 201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03" name="组合 20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04" name="组合 20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  <p:grpSp>
          <p:nvGrpSpPr>
            <p:cNvPr id="49" name="组合 48"/>
            <p:cNvGrpSpPr/>
            <p:nvPr/>
          </p:nvGrpSpPr>
          <p:grpSpPr>
            <a:xfrm rot="5400000">
              <a:off x="1100425" y="2204453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50" name="组合 49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7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8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9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0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2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3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4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6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51" name="组合 50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52" name="组合 5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8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9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0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1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4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5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6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7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fade/>
  </p:transition>
  <p:hf sldNum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-27347" y="-198567"/>
            <a:ext cx="9518819" cy="5380055"/>
            <a:chOff x="-27347" y="-198567"/>
            <a:chExt cx="9518819" cy="5380055"/>
          </a:xfrm>
        </p:grpSpPr>
        <p:sp>
          <p:nvSpPr>
            <p:cNvPr id="3" name="任意多边形: 形状 2"/>
            <p:cNvSpPr/>
            <p:nvPr/>
          </p:nvSpPr>
          <p:spPr>
            <a:xfrm rot="15539691">
              <a:off x="5610374" y="251068"/>
              <a:ext cx="4330733" cy="3431463"/>
            </a:xfrm>
            <a:custGeom>
              <a:avLst/>
              <a:gdLst>
                <a:gd name="connsiteX0" fmla="*/ 5770078 w 5770078"/>
                <a:gd name="connsiteY0" fmla="*/ 1182951 h 4571930"/>
                <a:gd name="connsiteX1" fmla="*/ 5111011 w 5770078"/>
                <a:gd name="connsiteY1" fmla="*/ 4571930 h 4571930"/>
                <a:gd name="connsiteX2" fmla="*/ 13898 w 5770078"/>
                <a:gd name="connsiteY2" fmla="*/ 3580675 h 4571930"/>
                <a:gd name="connsiteX3" fmla="*/ 4246 w 5770078"/>
                <a:gd name="connsiteY3" fmla="*/ 3452927 h 4571930"/>
                <a:gd name="connsiteX4" fmla="*/ 0 w 5770078"/>
                <a:gd name="connsiteY4" fmla="*/ 3283936 h 4571930"/>
                <a:gd name="connsiteX5" fmla="*/ 3263064 w 5770078"/>
                <a:gd name="connsiteY5" fmla="*/ 0 h 4571930"/>
                <a:gd name="connsiteX6" fmla="*/ 5570398 w 5770078"/>
                <a:gd name="connsiteY6" fmla="*/ 961843 h 457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0078" h="4571930">
                  <a:moveTo>
                    <a:pt x="5770078" y="1182951"/>
                  </a:moveTo>
                  <a:lnTo>
                    <a:pt x="5111011" y="4571930"/>
                  </a:lnTo>
                  <a:lnTo>
                    <a:pt x="13898" y="3580675"/>
                  </a:lnTo>
                  <a:lnTo>
                    <a:pt x="4246" y="3452927"/>
                  </a:lnTo>
                  <a:cubicBezTo>
                    <a:pt x="1427" y="3396955"/>
                    <a:pt x="0" y="3340613"/>
                    <a:pt x="0" y="3283936"/>
                  </a:cubicBezTo>
                  <a:cubicBezTo>
                    <a:pt x="0" y="1470268"/>
                    <a:pt x="1460924" y="0"/>
                    <a:pt x="3263064" y="0"/>
                  </a:cubicBezTo>
                  <a:cubicBezTo>
                    <a:pt x="4164134" y="0"/>
                    <a:pt x="4979900" y="367567"/>
                    <a:pt x="5570398" y="9618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04B45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-27347" y="-16973"/>
              <a:ext cx="9171235" cy="5198461"/>
              <a:chOff x="-27347" y="-16973"/>
              <a:chExt cx="9171235" cy="5198461"/>
            </a:xfrm>
          </p:grpSpPr>
          <p:sp>
            <p:nvSpPr>
              <p:cNvPr id="4" name="图形"/>
              <p:cNvSpPr/>
              <p:nvPr/>
            </p:nvSpPr>
            <p:spPr>
              <a:xfrm rot="16200000" flipH="1">
                <a:off x="-216525" y="217943"/>
                <a:ext cx="5173486" cy="4753603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rgbClr val="EAEBEC"/>
                  </a:gs>
                  <a:gs pos="78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5" name="图形"/>
              <p:cNvSpPr/>
              <p:nvPr/>
            </p:nvSpPr>
            <p:spPr>
              <a:xfrm>
                <a:off x="1241392" y="2224902"/>
                <a:ext cx="3505865" cy="2918597"/>
              </a:xfrm>
              <a:custGeom>
                <a:avLst/>
                <a:gdLst>
                  <a:gd name="idx" fmla="cos wd2 2700000"/>
                  <a:gd name="idy" fmla="sin hd2 2700000"/>
                  <a:gd name="il" fmla="+- hc 0 wd2"/>
                  <a:gd name="ir" fmla="+- hc wd2 0"/>
                  <a:gd name="it" fmla="+- vc 0 wd2"/>
                  <a:gd name="ib" fmla="+- vc wd2 0"/>
                </a:gdLst>
                <a:ahLst/>
                <a:cxnLst>
                  <a:cxn ang="3">
                    <a:pos x="hc" y="t"/>
                  </a:cxn>
                  <a:cxn ang="3">
                    <a:pos x="hd2" y="hd2"/>
                  </a:cxn>
                  <a:cxn ang="cd2">
                    <a:pos x="l" y="vc"/>
                  </a:cxn>
                  <a:cxn ang="cd4">
                    <a:pos x="hd2" y="wd2"/>
                  </a:cxn>
                  <a:cxn ang="cd4">
                    <a:pos x="hc" y="b"/>
                  </a:cxn>
                  <a:cxn ang="cd4">
                    <a:pos x="wd2" y="wd2"/>
                  </a:cxn>
                  <a:cxn ang="0">
                    <a:pos x="r" y="vc"/>
                  </a:cxn>
                  <a:cxn ang="3">
                    <a:pos x="wd2" y="hd2"/>
                  </a:cxn>
                </a:cxnLst>
                <a:rect l="l" t="t" r="r" b="b"/>
                <a:pathLst>
                  <a:path w="10506" h="9140">
                    <a:moveTo>
                      <a:pt x="0" y="7847"/>
                    </a:moveTo>
                    <a:lnTo>
                      <a:pt x="11" y="7877"/>
                    </a:lnTo>
                    <a:cubicBezTo>
                      <a:pt x="181" y="8324"/>
                      <a:pt x="420" y="8737"/>
                      <a:pt x="715" y="9103"/>
                    </a:cubicBezTo>
                    <a:lnTo>
                      <a:pt x="745" y="9140"/>
                    </a:lnTo>
                    <a:lnTo>
                      <a:pt x="0" y="9140"/>
                    </a:lnTo>
                    <a:lnTo>
                      <a:pt x="0" y="7847"/>
                    </a:lnTo>
                    <a:close/>
                    <a:moveTo>
                      <a:pt x="4235" y="0"/>
                    </a:moveTo>
                    <a:cubicBezTo>
                      <a:pt x="7698" y="0"/>
                      <a:pt x="10506" y="2808"/>
                      <a:pt x="10506" y="6272"/>
                    </a:cubicBezTo>
                    <a:cubicBezTo>
                      <a:pt x="10506" y="7300"/>
                      <a:pt x="10259" y="8270"/>
                      <a:pt x="9820" y="9127"/>
                    </a:cubicBezTo>
                    <a:lnTo>
                      <a:pt x="9813" y="9140"/>
                    </a:lnTo>
                    <a:lnTo>
                      <a:pt x="7724" y="9140"/>
                    </a:lnTo>
                    <a:lnTo>
                      <a:pt x="7754" y="9103"/>
                    </a:lnTo>
                    <a:cubicBezTo>
                      <a:pt x="8378" y="8329"/>
                      <a:pt x="8751" y="7344"/>
                      <a:pt x="8751" y="6272"/>
                    </a:cubicBezTo>
                    <a:cubicBezTo>
                      <a:pt x="8751" y="3776"/>
                      <a:pt x="6730" y="1755"/>
                      <a:pt x="4235" y="1755"/>
                    </a:cubicBezTo>
                    <a:cubicBezTo>
                      <a:pt x="2304" y="1755"/>
                      <a:pt x="658" y="2964"/>
                      <a:pt x="11" y="4666"/>
                    </a:cubicBezTo>
                    <a:lnTo>
                      <a:pt x="0" y="4696"/>
                    </a:lnTo>
                    <a:lnTo>
                      <a:pt x="0" y="1645"/>
                    </a:lnTo>
                    <a:lnTo>
                      <a:pt x="18" y="1629"/>
                    </a:lnTo>
                    <a:cubicBezTo>
                      <a:pt x="1131" y="617"/>
                      <a:pt x="2611" y="0"/>
                      <a:pt x="4235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AEBEC"/>
                  </a:gs>
                  <a:gs pos="0">
                    <a:schemeClr val="bg1">
                      <a:alpha val="0"/>
                    </a:schemeClr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6" name="图形"/>
              <p:cNvSpPr/>
              <p:nvPr/>
            </p:nvSpPr>
            <p:spPr>
              <a:xfrm flipH="1" flipV="1">
                <a:off x="7781290" y="8239"/>
                <a:ext cx="1362598" cy="1458394"/>
              </a:xfrm>
              <a:custGeom>
                <a:avLst/>
                <a:gdLst>
                  <a:gd name="connsiteX0" fmla="*/ 1541897 w 1541897"/>
                  <a:gd name="connsiteY0" fmla="*/ 1423678 h 1423678"/>
                  <a:gd name="connsiteX1" fmla="*/ 950523 w 1541897"/>
                  <a:gd name="connsiteY1" fmla="*/ 1423678 h 1423678"/>
                  <a:gd name="connsiteX2" fmla="*/ 943881 w 1541897"/>
                  <a:gd name="connsiteY2" fmla="*/ 1405515 h 1423678"/>
                  <a:gd name="connsiteX3" fmla="*/ 42580 w 1541897"/>
                  <a:gd name="connsiteY3" fmla="*/ 588158 h 1423678"/>
                  <a:gd name="connsiteX4" fmla="*/ 0 w 1541897"/>
                  <a:gd name="connsiteY4" fmla="*/ 577213 h 1423678"/>
                  <a:gd name="connsiteX5" fmla="*/ 0 w 1541897"/>
                  <a:gd name="connsiteY5" fmla="*/ 0 h 1423678"/>
                  <a:gd name="connsiteX6" fmla="*/ 17143 w 1541897"/>
                  <a:gd name="connsiteY6" fmla="*/ 2618 h 1423678"/>
                  <a:gd name="connsiteX7" fmla="*/ 1528482 w 1541897"/>
                  <a:gd name="connsiteY7" fmla="*/ 1371498 h 1423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1897" h="1423678">
                    <a:moveTo>
                      <a:pt x="1541897" y="1423678"/>
                    </a:moveTo>
                    <a:lnTo>
                      <a:pt x="950523" y="1423678"/>
                    </a:lnTo>
                    <a:lnTo>
                      <a:pt x="943881" y="1405515"/>
                    </a:lnTo>
                    <a:cubicBezTo>
                      <a:pt x="779478" y="1016532"/>
                      <a:pt x="449690" y="714742"/>
                      <a:pt x="42580" y="588158"/>
                    </a:cubicBezTo>
                    <a:lnTo>
                      <a:pt x="0" y="577213"/>
                    </a:lnTo>
                    <a:lnTo>
                      <a:pt x="0" y="0"/>
                    </a:lnTo>
                    <a:lnTo>
                      <a:pt x="17143" y="2618"/>
                    </a:lnTo>
                    <a:cubicBezTo>
                      <a:pt x="735215" y="149602"/>
                      <a:pt x="1313583" y="680457"/>
                      <a:pt x="1528482" y="1371498"/>
                    </a:cubicBezTo>
                    <a:close/>
                  </a:path>
                </a:pathLst>
              </a:custGeom>
              <a:solidFill>
                <a:schemeClr val="bg1">
                  <a:alpha val="2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-6821" y="4587753"/>
                <a:ext cx="1330189" cy="573349"/>
              </a:xfrm>
              <a:custGeom>
                <a:avLst/>
                <a:gdLst>
                  <a:gd name="connsiteX0" fmla="*/ 999649 w 2825646"/>
                  <a:gd name="connsiteY0" fmla="*/ 0 h 1268561"/>
                  <a:gd name="connsiteX1" fmla="*/ 2771919 w 2825646"/>
                  <a:gd name="connsiteY1" fmla="*/ 1125124 h 1268561"/>
                  <a:gd name="connsiteX2" fmla="*/ 2825646 w 2825646"/>
                  <a:gd name="connsiteY2" fmla="*/ 1268561 h 1268561"/>
                  <a:gd name="connsiteX3" fmla="*/ 0 w 2825646"/>
                  <a:gd name="connsiteY3" fmla="*/ 1268561 h 1268561"/>
                  <a:gd name="connsiteX4" fmla="*/ 0 w 2825646"/>
                  <a:gd name="connsiteY4" fmla="*/ 274695 h 1268561"/>
                  <a:gd name="connsiteX5" fmla="*/ 118927 w 2825646"/>
                  <a:gd name="connsiteY5" fmla="*/ 208955 h 1268561"/>
                  <a:gd name="connsiteX6" fmla="*/ 999649 w 2825646"/>
                  <a:gd name="connsiteY6" fmla="*/ 0 h 1268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25646" h="1268561">
                    <a:moveTo>
                      <a:pt x="999649" y="0"/>
                    </a:moveTo>
                    <a:cubicBezTo>
                      <a:pt x="1783069" y="0"/>
                      <a:pt x="2459046" y="460405"/>
                      <a:pt x="2771919" y="1125124"/>
                    </a:cubicBezTo>
                    <a:lnTo>
                      <a:pt x="2825646" y="1268561"/>
                    </a:lnTo>
                    <a:lnTo>
                      <a:pt x="0" y="1268561"/>
                    </a:lnTo>
                    <a:lnTo>
                      <a:pt x="0" y="274695"/>
                    </a:lnTo>
                    <a:lnTo>
                      <a:pt x="118927" y="208955"/>
                    </a:lnTo>
                    <a:cubicBezTo>
                      <a:pt x="383748" y="75367"/>
                      <a:pt x="682948" y="0"/>
                      <a:pt x="99964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8" name="图形"/>
              <p:cNvSpPr/>
              <p:nvPr/>
            </p:nvSpPr>
            <p:spPr>
              <a:xfrm>
                <a:off x="4977874" y="4301802"/>
                <a:ext cx="682967" cy="545230"/>
              </a:xfrm>
              <a:custGeom>
                <a:avLst/>
                <a:gdLst>
                  <a:gd name="connsiteX0" fmla="*/ 109644 w 2267092"/>
                  <a:gd name="connsiteY0" fmla="*/ 1548216 h 1767504"/>
                  <a:gd name="connsiteX1" fmla="*/ 219288 w 2267092"/>
                  <a:gd name="connsiteY1" fmla="*/ 1657860 h 1767504"/>
                  <a:gd name="connsiteX2" fmla="*/ 109644 w 2267092"/>
                  <a:gd name="connsiteY2" fmla="*/ 1767504 h 1767504"/>
                  <a:gd name="connsiteX3" fmla="*/ 0 w 2267092"/>
                  <a:gd name="connsiteY3" fmla="*/ 1657860 h 1767504"/>
                  <a:gd name="connsiteX4" fmla="*/ 109644 w 2267092"/>
                  <a:gd name="connsiteY4" fmla="*/ 1548216 h 1767504"/>
                  <a:gd name="connsiteX5" fmla="*/ 621595 w 2267092"/>
                  <a:gd name="connsiteY5" fmla="*/ 1543933 h 1767504"/>
                  <a:gd name="connsiteX6" fmla="*/ 731239 w 2267092"/>
                  <a:gd name="connsiteY6" fmla="*/ 1653577 h 1767504"/>
                  <a:gd name="connsiteX7" fmla="*/ 621595 w 2267092"/>
                  <a:gd name="connsiteY7" fmla="*/ 1763221 h 1767504"/>
                  <a:gd name="connsiteX8" fmla="*/ 511951 w 2267092"/>
                  <a:gd name="connsiteY8" fmla="*/ 1653577 h 1767504"/>
                  <a:gd name="connsiteX9" fmla="*/ 621595 w 2267092"/>
                  <a:gd name="connsiteY9" fmla="*/ 1543933 h 1767504"/>
                  <a:gd name="connsiteX10" fmla="*/ 1133546 w 2267092"/>
                  <a:gd name="connsiteY10" fmla="*/ 1539650 h 1767504"/>
                  <a:gd name="connsiteX11" fmla="*/ 1243190 w 2267092"/>
                  <a:gd name="connsiteY11" fmla="*/ 1649294 h 1767504"/>
                  <a:gd name="connsiteX12" fmla="*/ 1133546 w 2267092"/>
                  <a:gd name="connsiteY12" fmla="*/ 1758938 h 1767504"/>
                  <a:gd name="connsiteX13" fmla="*/ 1023902 w 2267092"/>
                  <a:gd name="connsiteY13" fmla="*/ 1649294 h 1767504"/>
                  <a:gd name="connsiteX14" fmla="*/ 1133546 w 2267092"/>
                  <a:gd name="connsiteY14" fmla="*/ 1539650 h 1767504"/>
                  <a:gd name="connsiteX15" fmla="*/ 1645497 w 2267092"/>
                  <a:gd name="connsiteY15" fmla="*/ 1535367 h 1767504"/>
                  <a:gd name="connsiteX16" fmla="*/ 1755141 w 2267092"/>
                  <a:gd name="connsiteY16" fmla="*/ 1645011 h 1767504"/>
                  <a:gd name="connsiteX17" fmla="*/ 1645497 w 2267092"/>
                  <a:gd name="connsiteY17" fmla="*/ 1754655 h 1767504"/>
                  <a:gd name="connsiteX18" fmla="*/ 1535853 w 2267092"/>
                  <a:gd name="connsiteY18" fmla="*/ 1645011 h 1767504"/>
                  <a:gd name="connsiteX19" fmla="*/ 1645497 w 2267092"/>
                  <a:gd name="connsiteY19" fmla="*/ 1535367 h 1767504"/>
                  <a:gd name="connsiteX20" fmla="*/ 2157448 w 2267092"/>
                  <a:gd name="connsiteY20" fmla="*/ 1531084 h 1767504"/>
                  <a:gd name="connsiteX21" fmla="*/ 2267092 w 2267092"/>
                  <a:gd name="connsiteY21" fmla="*/ 1640728 h 1767504"/>
                  <a:gd name="connsiteX22" fmla="*/ 2157448 w 2267092"/>
                  <a:gd name="connsiteY22" fmla="*/ 1750372 h 1767504"/>
                  <a:gd name="connsiteX23" fmla="*/ 2047804 w 2267092"/>
                  <a:gd name="connsiteY23" fmla="*/ 1640728 h 1767504"/>
                  <a:gd name="connsiteX24" fmla="*/ 2157448 w 2267092"/>
                  <a:gd name="connsiteY24" fmla="*/ 1531084 h 1767504"/>
                  <a:gd name="connsiteX25" fmla="*/ 109644 w 2267092"/>
                  <a:gd name="connsiteY25" fmla="*/ 1165445 h 1767504"/>
                  <a:gd name="connsiteX26" fmla="*/ 219288 w 2267092"/>
                  <a:gd name="connsiteY26" fmla="*/ 1275089 h 1767504"/>
                  <a:gd name="connsiteX27" fmla="*/ 109644 w 2267092"/>
                  <a:gd name="connsiteY27" fmla="*/ 1384733 h 1767504"/>
                  <a:gd name="connsiteX28" fmla="*/ 0 w 2267092"/>
                  <a:gd name="connsiteY28" fmla="*/ 1275089 h 1767504"/>
                  <a:gd name="connsiteX29" fmla="*/ 109644 w 2267092"/>
                  <a:gd name="connsiteY29" fmla="*/ 1165445 h 1767504"/>
                  <a:gd name="connsiteX30" fmla="*/ 621595 w 2267092"/>
                  <a:gd name="connsiteY30" fmla="*/ 1161162 h 1767504"/>
                  <a:gd name="connsiteX31" fmla="*/ 731239 w 2267092"/>
                  <a:gd name="connsiteY31" fmla="*/ 1270806 h 1767504"/>
                  <a:gd name="connsiteX32" fmla="*/ 621595 w 2267092"/>
                  <a:gd name="connsiteY32" fmla="*/ 1380450 h 1767504"/>
                  <a:gd name="connsiteX33" fmla="*/ 511951 w 2267092"/>
                  <a:gd name="connsiteY33" fmla="*/ 1270806 h 1767504"/>
                  <a:gd name="connsiteX34" fmla="*/ 621595 w 2267092"/>
                  <a:gd name="connsiteY34" fmla="*/ 1161162 h 1767504"/>
                  <a:gd name="connsiteX35" fmla="*/ 1133546 w 2267092"/>
                  <a:gd name="connsiteY35" fmla="*/ 1156879 h 1767504"/>
                  <a:gd name="connsiteX36" fmla="*/ 1243190 w 2267092"/>
                  <a:gd name="connsiteY36" fmla="*/ 1266523 h 1767504"/>
                  <a:gd name="connsiteX37" fmla="*/ 1133546 w 2267092"/>
                  <a:gd name="connsiteY37" fmla="*/ 1376167 h 1767504"/>
                  <a:gd name="connsiteX38" fmla="*/ 1023902 w 2267092"/>
                  <a:gd name="connsiteY38" fmla="*/ 1266523 h 1767504"/>
                  <a:gd name="connsiteX39" fmla="*/ 1133546 w 2267092"/>
                  <a:gd name="connsiteY39" fmla="*/ 1156879 h 1767504"/>
                  <a:gd name="connsiteX40" fmla="*/ 1645497 w 2267092"/>
                  <a:gd name="connsiteY40" fmla="*/ 1152596 h 1767504"/>
                  <a:gd name="connsiteX41" fmla="*/ 1755141 w 2267092"/>
                  <a:gd name="connsiteY41" fmla="*/ 1262240 h 1767504"/>
                  <a:gd name="connsiteX42" fmla="*/ 1645497 w 2267092"/>
                  <a:gd name="connsiteY42" fmla="*/ 1371884 h 1767504"/>
                  <a:gd name="connsiteX43" fmla="*/ 1535853 w 2267092"/>
                  <a:gd name="connsiteY43" fmla="*/ 1262240 h 1767504"/>
                  <a:gd name="connsiteX44" fmla="*/ 1645497 w 2267092"/>
                  <a:gd name="connsiteY44" fmla="*/ 1152596 h 1767504"/>
                  <a:gd name="connsiteX45" fmla="*/ 2157448 w 2267092"/>
                  <a:gd name="connsiteY45" fmla="*/ 1148313 h 1767504"/>
                  <a:gd name="connsiteX46" fmla="*/ 2267092 w 2267092"/>
                  <a:gd name="connsiteY46" fmla="*/ 1257957 h 1767504"/>
                  <a:gd name="connsiteX47" fmla="*/ 2157448 w 2267092"/>
                  <a:gd name="connsiteY47" fmla="*/ 1367601 h 1767504"/>
                  <a:gd name="connsiteX48" fmla="*/ 2047804 w 2267092"/>
                  <a:gd name="connsiteY48" fmla="*/ 1257957 h 1767504"/>
                  <a:gd name="connsiteX49" fmla="*/ 2157448 w 2267092"/>
                  <a:gd name="connsiteY49" fmla="*/ 1148313 h 1767504"/>
                  <a:gd name="connsiteX50" fmla="*/ 109644 w 2267092"/>
                  <a:gd name="connsiteY50" fmla="*/ 782674 h 1767504"/>
                  <a:gd name="connsiteX51" fmla="*/ 219288 w 2267092"/>
                  <a:gd name="connsiteY51" fmla="*/ 892318 h 1767504"/>
                  <a:gd name="connsiteX52" fmla="*/ 109644 w 2267092"/>
                  <a:gd name="connsiteY52" fmla="*/ 1001962 h 1767504"/>
                  <a:gd name="connsiteX53" fmla="*/ 0 w 2267092"/>
                  <a:gd name="connsiteY53" fmla="*/ 892318 h 1767504"/>
                  <a:gd name="connsiteX54" fmla="*/ 109644 w 2267092"/>
                  <a:gd name="connsiteY54" fmla="*/ 782674 h 1767504"/>
                  <a:gd name="connsiteX55" fmla="*/ 621595 w 2267092"/>
                  <a:gd name="connsiteY55" fmla="*/ 778391 h 1767504"/>
                  <a:gd name="connsiteX56" fmla="*/ 731239 w 2267092"/>
                  <a:gd name="connsiteY56" fmla="*/ 888035 h 1767504"/>
                  <a:gd name="connsiteX57" fmla="*/ 621595 w 2267092"/>
                  <a:gd name="connsiteY57" fmla="*/ 997679 h 1767504"/>
                  <a:gd name="connsiteX58" fmla="*/ 511951 w 2267092"/>
                  <a:gd name="connsiteY58" fmla="*/ 888035 h 1767504"/>
                  <a:gd name="connsiteX59" fmla="*/ 621595 w 2267092"/>
                  <a:gd name="connsiteY59" fmla="*/ 778391 h 1767504"/>
                  <a:gd name="connsiteX60" fmla="*/ 1133546 w 2267092"/>
                  <a:gd name="connsiteY60" fmla="*/ 774108 h 1767504"/>
                  <a:gd name="connsiteX61" fmla="*/ 1243190 w 2267092"/>
                  <a:gd name="connsiteY61" fmla="*/ 883752 h 1767504"/>
                  <a:gd name="connsiteX62" fmla="*/ 1133546 w 2267092"/>
                  <a:gd name="connsiteY62" fmla="*/ 993396 h 1767504"/>
                  <a:gd name="connsiteX63" fmla="*/ 1023902 w 2267092"/>
                  <a:gd name="connsiteY63" fmla="*/ 883752 h 1767504"/>
                  <a:gd name="connsiteX64" fmla="*/ 1133546 w 2267092"/>
                  <a:gd name="connsiteY64" fmla="*/ 774108 h 1767504"/>
                  <a:gd name="connsiteX65" fmla="*/ 1645497 w 2267092"/>
                  <a:gd name="connsiteY65" fmla="*/ 769825 h 1767504"/>
                  <a:gd name="connsiteX66" fmla="*/ 1755141 w 2267092"/>
                  <a:gd name="connsiteY66" fmla="*/ 879469 h 1767504"/>
                  <a:gd name="connsiteX67" fmla="*/ 1645497 w 2267092"/>
                  <a:gd name="connsiteY67" fmla="*/ 989113 h 1767504"/>
                  <a:gd name="connsiteX68" fmla="*/ 1535853 w 2267092"/>
                  <a:gd name="connsiteY68" fmla="*/ 879469 h 1767504"/>
                  <a:gd name="connsiteX69" fmla="*/ 1645497 w 2267092"/>
                  <a:gd name="connsiteY69" fmla="*/ 769825 h 1767504"/>
                  <a:gd name="connsiteX70" fmla="*/ 2157448 w 2267092"/>
                  <a:gd name="connsiteY70" fmla="*/ 765542 h 1767504"/>
                  <a:gd name="connsiteX71" fmla="*/ 2267092 w 2267092"/>
                  <a:gd name="connsiteY71" fmla="*/ 875186 h 1767504"/>
                  <a:gd name="connsiteX72" fmla="*/ 2157448 w 2267092"/>
                  <a:gd name="connsiteY72" fmla="*/ 984830 h 1767504"/>
                  <a:gd name="connsiteX73" fmla="*/ 2047804 w 2267092"/>
                  <a:gd name="connsiteY73" fmla="*/ 875186 h 1767504"/>
                  <a:gd name="connsiteX74" fmla="*/ 2157448 w 2267092"/>
                  <a:gd name="connsiteY74" fmla="*/ 765542 h 1767504"/>
                  <a:gd name="connsiteX75" fmla="*/ 109644 w 2267092"/>
                  <a:gd name="connsiteY75" fmla="*/ 399903 h 1767504"/>
                  <a:gd name="connsiteX76" fmla="*/ 219288 w 2267092"/>
                  <a:gd name="connsiteY76" fmla="*/ 509547 h 1767504"/>
                  <a:gd name="connsiteX77" fmla="*/ 109644 w 2267092"/>
                  <a:gd name="connsiteY77" fmla="*/ 619191 h 1767504"/>
                  <a:gd name="connsiteX78" fmla="*/ 0 w 2267092"/>
                  <a:gd name="connsiteY78" fmla="*/ 509547 h 1767504"/>
                  <a:gd name="connsiteX79" fmla="*/ 109644 w 2267092"/>
                  <a:gd name="connsiteY79" fmla="*/ 399903 h 1767504"/>
                  <a:gd name="connsiteX80" fmla="*/ 621595 w 2267092"/>
                  <a:gd name="connsiteY80" fmla="*/ 395620 h 1767504"/>
                  <a:gd name="connsiteX81" fmla="*/ 731239 w 2267092"/>
                  <a:gd name="connsiteY81" fmla="*/ 505264 h 1767504"/>
                  <a:gd name="connsiteX82" fmla="*/ 621595 w 2267092"/>
                  <a:gd name="connsiteY82" fmla="*/ 614908 h 1767504"/>
                  <a:gd name="connsiteX83" fmla="*/ 511951 w 2267092"/>
                  <a:gd name="connsiteY83" fmla="*/ 505264 h 1767504"/>
                  <a:gd name="connsiteX84" fmla="*/ 621595 w 2267092"/>
                  <a:gd name="connsiteY84" fmla="*/ 395620 h 1767504"/>
                  <a:gd name="connsiteX85" fmla="*/ 1133546 w 2267092"/>
                  <a:gd name="connsiteY85" fmla="*/ 391337 h 1767504"/>
                  <a:gd name="connsiteX86" fmla="*/ 1243190 w 2267092"/>
                  <a:gd name="connsiteY86" fmla="*/ 500981 h 1767504"/>
                  <a:gd name="connsiteX87" fmla="*/ 1133546 w 2267092"/>
                  <a:gd name="connsiteY87" fmla="*/ 610625 h 1767504"/>
                  <a:gd name="connsiteX88" fmla="*/ 1023902 w 2267092"/>
                  <a:gd name="connsiteY88" fmla="*/ 500981 h 1767504"/>
                  <a:gd name="connsiteX89" fmla="*/ 1133546 w 2267092"/>
                  <a:gd name="connsiteY89" fmla="*/ 391337 h 1767504"/>
                  <a:gd name="connsiteX90" fmla="*/ 1645497 w 2267092"/>
                  <a:gd name="connsiteY90" fmla="*/ 387054 h 1767504"/>
                  <a:gd name="connsiteX91" fmla="*/ 1755141 w 2267092"/>
                  <a:gd name="connsiteY91" fmla="*/ 496698 h 1767504"/>
                  <a:gd name="connsiteX92" fmla="*/ 1645497 w 2267092"/>
                  <a:gd name="connsiteY92" fmla="*/ 606342 h 1767504"/>
                  <a:gd name="connsiteX93" fmla="*/ 1535853 w 2267092"/>
                  <a:gd name="connsiteY93" fmla="*/ 496698 h 1767504"/>
                  <a:gd name="connsiteX94" fmla="*/ 1645497 w 2267092"/>
                  <a:gd name="connsiteY94" fmla="*/ 387054 h 1767504"/>
                  <a:gd name="connsiteX95" fmla="*/ 2157448 w 2267092"/>
                  <a:gd name="connsiteY95" fmla="*/ 382771 h 1767504"/>
                  <a:gd name="connsiteX96" fmla="*/ 2267092 w 2267092"/>
                  <a:gd name="connsiteY96" fmla="*/ 492415 h 1767504"/>
                  <a:gd name="connsiteX97" fmla="*/ 2157448 w 2267092"/>
                  <a:gd name="connsiteY97" fmla="*/ 602059 h 1767504"/>
                  <a:gd name="connsiteX98" fmla="*/ 2047804 w 2267092"/>
                  <a:gd name="connsiteY98" fmla="*/ 492415 h 1767504"/>
                  <a:gd name="connsiteX99" fmla="*/ 2157448 w 2267092"/>
                  <a:gd name="connsiteY99" fmla="*/ 382771 h 1767504"/>
                  <a:gd name="connsiteX100" fmla="*/ 109644 w 2267092"/>
                  <a:gd name="connsiteY100" fmla="*/ 17132 h 1767504"/>
                  <a:gd name="connsiteX101" fmla="*/ 219288 w 2267092"/>
                  <a:gd name="connsiteY101" fmla="*/ 126776 h 1767504"/>
                  <a:gd name="connsiteX102" fmla="*/ 109644 w 2267092"/>
                  <a:gd name="connsiteY102" fmla="*/ 236420 h 1767504"/>
                  <a:gd name="connsiteX103" fmla="*/ 0 w 2267092"/>
                  <a:gd name="connsiteY103" fmla="*/ 126776 h 1767504"/>
                  <a:gd name="connsiteX104" fmla="*/ 109644 w 2267092"/>
                  <a:gd name="connsiteY104" fmla="*/ 17132 h 1767504"/>
                  <a:gd name="connsiteX105" fmla="*/ 621595 w 2267092"/>
                  <a:gd name="connsiteY105" fmla="*/ 12849 h 1767504"/>
                  <a:gd name="connsiteX106" fmla="*/ 731239 w 2267092"/>
                  <a:gd name="connsiteY106" fmla="*/ 122493 h 1767504"/>
                  <a:gd name="connsiteX107" fmla="*/ 621595 w 2267092"/>
                  <a:gd name="connsiteY107" fmla="*/ 232137 h 1767504"/>
                  <a:gd name="connsiteX108" fmla="*/ 511951 w 2267092"/>
                  <a:gd name="connsiteY108" fmla="*/ 122493 h 1767504"/>
                  <a:gd name="connsiteX109" fmla="*/ 621595 w 2267092"/>
                  <a:gd name="connsiteY109" fmla="*/ 12849 h 1767504"/>
                  <a:gd name="connsiteX110" fmla="*/ 1133546 w 2267092"/>
                  <a:gd name="connsiteY110" fmla="*/ 8566 h 1767504"/>
                  <a:gd name="connsiteX111" fmla="*/ 1243190 w 2267092"/>
                  <a:gd name="connsiteY111" fmla="*/ 118210 h 1767504"/>
                  <a:gd name="connsiteX112" fmla="*/ 1133546 w 2267092"/>
                  <a:gd name="connsiteY112" fmla="*/ 227854 h 1767504"/>
                  <a:gd name="connsiteX113" fmla="*/ 1023902 w 2267092"/>
                  <a:gd name="connsiteY113" fmla="*/ 118210 h 1767504"/>
                  <a:gd name="connsiteX114" fmla="*/ 1133546 w 2267092"/>
                  <a:gd name="connsiteY114" fmla="*/ 8566 h 1767504"/>
                  <a:gd name="connsiteX115" fmla="*/ 1645497 w 2267092"/>
                  <a:gd name="connsiteY115" fmla="*/ 4283 h 1767504"/>
                  <a:gd name="connsiteX116" fmla="*/ 1755141 w 2267092"/>
                  <a:gd name="connsiteY116" fmla="*/ 113927 h 1767504"/>
                  <a:gd name="connsiteX117" fmla="*/ 1645497 w 2267092"/>
                  <a:gd name="connsiteY117" fmla="*/ 223571 h 1767504"/>
                  <a:gd name="connsiteX118" fmla="*/ 1535853 w 2267092"/>
                  <a:gd name="connsiteY118" fmla="*/ 113927 h 1767504"/>
                  <a:gd name="connsiteX119" fmla="*/ 1645497 w 2267092"/>
                  <a:gd name="connsiteY119" fmla="*/ 4283 h 1767504"/>
                  <a:gd name="connsiteX120" fmla="*/ 2157448 w 2267092"/>
                  <a:gd name="connsiteY120" fmla="*/ 0 h 1767504"/>
                  <a:gd name="connsiteX121" fmla="*/ 2267092 w 2267092"/>
                  <a:gd name="connsiteY121" fmla="*/ 109644 h 1767504"/>
                  <a:gd name="connsiteX122" fmla="*/ 2157448 w 2267092"/>
                  <a:gd name="connsiteY122" fmla="*/ 219288 h 1767504"/>
                  <a:gd name="connsiteX123" fmla="*/ 2047804 w 2267092"/>
                  <a:gd name="connsiteY123" fmla="*/ 109644 h 1767504"/>
                  <a:gd name="connsiteX124" fmla="*/ 2157448 w 2267092"/>
                  <a:gd name="connsiteY124" fmla="*/ 0 h 176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2267092" h="1767504">
                    <a:moveTo>
                      <a:pt x="109644" y="1548216"/>
                    </a:moveTo>
                    <a:cubicBezTo>
                      <a:pt x="170199" y="1548216"/>
                      <a:pt x="219288" y="1597305"/>
                      <a:pt x="219288" y="1657860"/>
                    </a:cubicBezTo>
                    <a:cubicBezTo>
                      <a:pt x="219288" y="1718415"/>
                      <a:pt x="170199" y="1767504"/>
                      <a:pt x="109644" y="1767504"/>
                    </a:cubicBezTo>
                    <a:cubicBezTo>
                      <a:pt x="49089" y="1767504"/>
                      <a:pt x="0" y="1718415"/>
                      <a:pt x="0" y="1657860"/>
                    </a:cubicBezTo>
                    <a:cubicBezTo>
                      <a:pt x="0" y="1597305"/>
                      <a:pt x="49089" y="1548216"/>
                      <a:pt x="109644" y="1548216"/>
                    </a:cubicBezTo>
                    <a:close/>
                    <a:moveTo>
                      <a:pt x="621595" y="1543933"/>
                    </a:moveTo>
                    <a:cubicBezTo>
                      <a:pt x="682150" y="1543933"/>
                      <a:pt x="731239" y="1593022"/>
                      <a:pt x="731239" y="1653577"/>
                    </a:cubicBezTo>
                    <a:cubicBezTo>
                      <a:pt x="731239" y="1714132"/>
                      <a:pt x="682150" y="1763221"/>
                      <a:pt x="621595" y="1763221"/>
                    </a:cubicBezTo>
                    <a:cubicBezTo>
                      <a:pt x="561040" y="1763221"/>
                      <a:pt x="511951" y="1714132"/>
                      <a:pt x="511951" y="1653577"/>
                    </a:cubicBezTo>
                    <a:cubicBezTo>
                      <a:pt x="511951" y="1593022"/>
                      <a:pt x="561040" y="1543933"/>
                      <a:pt x="621595" y="1543933"/>
                    </a:cubicBezTo>
                    <a:close/>
                    <a:moveTo>
                      <a:pt x="1133546" y="1539650"/>
                    </a:moveTo>
                    <a:cubicBezTo>
                      <a:pt x="1194101" y="1539650"/>
                      <a:pt x="1243190" y="1588739"/>
                      <a:pt x="1243190" y="1649294"/>
                    </a:cubicBezTo>
                    <a:cubicBezTo>
                      <a:pt x="1243190" y="1709849"/>
                      <a:pt x="1194101" y="1758938"/>
                      <a:pt x="1133546" y="1758938"/>
                    </a:cubicBezTo>
                    <a:cubicBezTo>
                      <a:pt x="1072991" y="1758938"/>
                      <a:pt x="1023902" y="1709849"/>
                      <a:pt x="1023902" y="1649294"/>
                    </a:cubicBezTo>
                    <a:cubicBezTo>
                      <a:pt x="1023902" y="1588739"/>
                      <a:pt x="1072991" y="1539650"/>
                      <a:pt x="1133546" y="1539650"/>
                    </a:cubicBezTo>
                    <a:close/>
                    <a:moveTo>
                      <a:pt x="1645497" y="1535367"/>
                    </a:moveTo>
                    <a:cubicBezTo>
                      <a:pt x="1706052" y="1535367"/>
                      <a:pt x="1755141" y="1584456"/>
                      <a:pt x="1755141" y="1645011"/>
                    </a:cubicBezTo>
                    <a:cubicBezTo>
                      <a:pt x="1755141" y="1705566"/>
                      <a:pt x="1706052" y="1754655"/>
                      <a:pt x="1645497" y="1754655"/>
                    </a:cubicBezTo>
                    <a:cubicBezTo>
                      <a:pt x="1584942" y="1754655"/>
                      <a:pt x="1535853" y="1705566"/>
                      <a:pt x="1535853" y="1645011"/>
                    </a:cubicBezTo>
                    <a:cubicBezTo>
                      <a:pt x="1535853" y="1584456"/>
                      <a:pt x="1584942" y="1535367"/>
                      <a:pt x="1645497" y="1535367"/>
                    </a:cubicBezTo>
                    <a:close/>
                    <a:moveTo>
                      <a:pt x="2157448" y="1531084"/>
                    </a:moveTo>
                    <a:cubicBezTo>
                      <a:pt x="2218003" y="1531084"/>
                      <a:pt x="2267092" y="1580173"/>
                      <a:pt x="2267092" y="1640728"/>
                    </a:cubicBezTo>
                    <a:cubicBezTo>
                      <a:pt x="2267092" y="1701283"/>
                      <a:pt x="2218003" y="1750372"/>
                      <a:pt x="2157448" y="1750372"/>
                    </a:cubicBezTo>
                    <a:cubicBezTo>
                      <a:pt x="2096893" y="1750372"/>
                      <a:pt x="2047804" y="1701283"/>
                      <a:pt x="2047804" y="1640728"/>
                    </a:cubicBezTo>
                    <a:cubicBezTo>
                      <a:pt x="2047804" y="1580173"/>
                      <a:pt x="2096893" y="1531084"/>
                      <a:pt x="2157448" y="1531084"/>
                    </a:cubicBezTo>
                    <a:close/>
                    <a:moveTo>
                      <a:pt x="109644" y="1165445"/>
                    </a:moveTo>
                    <a:cubicBezTo>
                      <a:pt x="170199" y="1165445"/>
                      <a:pt x="219288" y="1214534"/>
                      <a:pt x="219288" y="1275089"/>
                    </a:cubicBezTo>
                    <a:cubicBezTo>
                      <a:pt x="219288" y="1335644"/>
                      <a:pt x="170199" y="1384733"/>
                      <a:pt x="109644" y="1384733"/>
                    </a:cubicBezTo>
                    <a:cubicBezTo>
                      <a:pt x="49089" y="1384733"/>
                      <a:pt x="0" y="1335644"/>
                      <a:pt x="0" y="1275089"/>
                    </a:cubicBezTo>
                    <a:cubicBezTo>
                      <a:pt x="0" y="1214534"/>
                      <a:pt x="49089" y="1165445"/>
                      <a:pt x="109644" y="1165445"/>
                    </a:cubicBezTo>
                    <a:close/>
                    <a:moveTo>
                      <a:pt x="621595" y="1161162"/>
                    </a:moveTo>
                    <a:cubicBezTo>
                      <a:pt x="682150" y="1161162"/>
                      <a:pt x="731239" y="1210251"/>
                      <a:pt x="731239" y="1270806"/>
                    </a:cubicBezTo>
                    <a:cubicBezTo>
                      <a:pt x="731239" y="1331361"/>
                      <a:pt x="682150" y="1380450"/>
                      <a:pt x="621595" y="1380450"/>
                    </a:cubicBezTo>
                    <a:cubicBezTo>
                      <a:pt x="561040" y="1380450"/>
                      <a:pt x="511951" y="1331361"/>
                      <a:pt x="511951" y="1270806"/>
                    </a:cubicBezTo>
                    <a:cubicBezTo>
                      <a:pt x="511951" y="1210251"/>
                      <a:pt x="561040" y="1161162"/>
                      <a:pt x="621595" y="1161162"/>
                    </a:cubicBezTo>
                    <a:close/>
                    <a:moveTo>
                      <a:pt x="1133546" y="1156879"/>
                    </a:moveTo>
                    <a:cubicBezTo>
                      <a:pt x="1194101" y="1156879"/>
                      <a:pt x="1243190" y="1205968"/>
                      <a:pt x="1243190" y="1266523"/>
                    </a:cubicBezTo>
                    <a:cubicBezTo>
                      <a:pt x="1243190" y="1327078"/>
                      <a:pt x="1194101" y="1376167"/>
                      <a:pt x="1133546" y="1376167"/>
                    </a:cubicBezTo>
                    <a:cubicBezTo>
                      <a:pt x="1072991" y="1376167"/>
                      <a:pt x="1023902" y="1327078"/>
                      <a:pt x="1023902" y="1266523"/>
                    </a:cubicBezTo>
                    <a:cubicBezTo>
                      <a:pt x="1023902" y="1205968"/>
                      <a:pt x="1072991" y="1156879"/>
                      <a:pt x="1133546" y="1156879"/>
                    </a:cubicBezTo>
                    <a:close/>
                    <a:moveTo>
                      <a:pt x="1645497" y="1152596"/>
                    </a:moveTo>
                    <a:cubicBezTo>
                      <a:pt x="1706052" y="1152596"/>
                      <a:pt x="1755141" y="1201685"/>
                      <a:pt x="1755141" y="1262240"/>
                    </a:cubicBezTo>
                    <a:cubicBezTo>
                      <a:pt x="1755141" y="1322795"/>
                      <a:pt x="1706052" y="1371884"/>
                      <a:pt x="1645497" y="1371884"/>
                    </a:cubicBezTo>
                    <a:cubicBezTo>
                      <a:pt x="1584942" y="1371884"/>
                      <a:pt x="1535853" y="1322795"/>
                      <a:pt x="1535853" y="1262240"/>
                    </a:cubicBezTo>
                    <a:cubicBezTo>
                      <a:pt x="1535853" y="1201685"/>
                      <a:pt x="1584942" y="1152596"/>
                      <a:pt x="1645497" y="1152596"/>
                    </a:cubicBezTo>
                    <a:close/>
                    <a:moveTo>
                      <a:pt x="2157448" y="1148313"/>
                    </a:moveTo>
                    <a:cubicBezTo>
                      <a:pt x="2218003" y="1148313"/>
                      <a:pt x="2267092" y="1197402"/>
                      <a:pt x="2267092" y="1257957"/>
                    </a:cubicBezTo>
                    <a:cubicBezTo>
                      <a:pt x="2267092" y="1318512"/>
                      <a:pt x="2218003" y="1367601"/>
                      <a:pt x="2157448" y="1367601"/>
                    </a:cubicBezTo>
                    <a:cubicBezTo>
                      <a:pt x="2096893" y="1367601"/>
                      <a:pt x="2047804" y="1318512"/>
                      <a:pt x="2047804" y="1257957"/>
                    </a:cubicBezTo>
                    <a:cubicBezTo>
                      <a:pt x="2047804" y="1197402"/>
                      <a:pt x="2096893" y="1148313"/>
                      <a:pt x="2157448" y="1148313"/>
                    </a:cubicBezTo>
                    <a:close/>
                    <a:moveTo>
                      <a:pt x="109644" y="782674"/>
                    </a:moveTo>
                    <a:cubicBezTo>
                      <a:pt x="170199" y="782674"/>
                      <a:pt x="219288" y="831763"/>
                      <a:pt x="219288" y="892318"/>
                    </a:cubicBezTo>
                    <a:cubicBezTo>
                      <a:pt x="219288" y="952873"/>
                      <a:pt x="170199" y="1001962"/>
                      <a:pt x="109644" y="1001962"/>
                    </a:cubicBezTo>
                    <a:cubicBezTo>
                      <a:pt x="49089" y="1001962"/>
                      <a:pt x="0" y="952873"/>
                      <a:pt x="0" y="892318"/>
                    </a:cubicBezTo>
                    <a:cubicBezTo>
                      <a:pt x="0" y="831763"/>
                      <a:pt x="49089" y="782674"/>
                      <a:pt x="109644" y="782674"/>
                    </a:cubicBezTo>
                    <a:close/>
                    <a:moveTo>
                      <a:pt x="621595" y="778391"/>
                    </a:moveTo>
                    <a:cubicBezTo>
                      <a:pt x="682150" y="778391"/>
                      <a:pt x="731239" y="827480"/>
                      <a:pt x="731239" y="888035"/>
                    </a:cubicBezTo>
                    <a:cubicBezTo>
                      <a:pt x="731239" y="948590"/>
                      <a:pt x="682150" y="997679"/>
                      <a:pt x="621595" y="997679"/>
                    </a:cubicBezTo>
                    <a:cubicBezTo>
                      <a:pt x="561040" y="997679"/>
                      <a:pt x="511951" y="948590"/>
                      <a:pt x="511951" y="888035"/>
                    </a:cubicBezTo>
                    <a:cubicBezTo>
                      <a:pt x="511951" y="827480"/>
                      <a:pt x="561040" y="778391"/>
                      <a:pt x="621595" y="778391"/>
                    </a:cubicBezTo>
                    <a:close/>
                    <a:moveTo>
                      <a:pt x="1133546" y="774108"/>
                    </a:moveTo>
                    <a:cubicBezTo>
                      <a:pt x="1194101" y="774108"/>
                      <a:pt x="1243190" y="823197"/>
                      <a:pt x="1243190" y="883752"/>
                    </a:cubicBezTo>
                    <a:cubicBezTo>
                      <a:pt x="1243190" y="944307"/>
                      <a:pt x="1194101" y="993396"/>
                      <a:pt x="1133546" y="993396"/>
                    </a:cubicBezTo>
                    <a:cubicBezTo>
                      <a:pt x="1072991" y="993396"/>
                      <a:pt x="1023902" y="944307"/>
                      <a:pt x="1023902" y="883752"/>
                    </a:cubicBezTo>
                    <a:cubicBezTo>
                      <a:pt x="1023902" y="823197"/>
                      <a:pt x="1072991" y="774108"/>
                      <a:pt x="1133546" y="774108"/>
                    </a:cubicBezTo>
                    <a:close/>
                    <a:moveTo>
                      <a:pt x="1645497" y="769825"/>
                    </a:moveTo>
                    <a:cubicBezTo>
                      <a:pt x="1706052" y="769825"/>
                      <a:pt x="1755141" y="818914"/>
                      <a:pt x="1755141" y="879469"/>
                    </a:cubicBezTo>
                    <a:cubicBezTo>
                      <a:pt x="1755141" y="940024"/>
                      <a:pt x="1706052" y="989113"/>
                      <a:pt x="1645497" y="989113"/>
                    </a:cubicBezTo>
                    <a:cubicBezTo>
                      <a:pt x="1584942" y="989113"/>
                      <a:pt x="1535853" y="940024"/>
                      <a:pt x="1535853" y="879469"/>
                    </a:cubicBezTo>
                    <a:cubicBezTo>
                      <a:pt x="1535853" y="818914"/>
                      <a:pt x="1584942" y="769825"/>
                      <a:pt x="1645497" y="769825"/>
                    </a:cubicBezTo>
                    <a:close/>
                    <a:moveTo>
                      <a:pt x="2157448" y="765542"/>
                    </a:moveTo>
                    <a:cubicBezTo>
                      <a:pt x="2218003" y="765542"/>
                      <a:pt x="2267092" y="814631"/>
                      <a:pt x="2267092" y="875186"/>
                    </a:cubicBezTo>
                    <a:cubicBezTo>
                      <a:pt x="2267092" y="935741"/>
                      <a:pt x="2218003" y="984830"/>
                      <a:pt x="2157448" y="984830"/>
                    </a:cubicBezTo>
                    <a:cubicBezTo>
                      <a:pt x="2096893" y="984830"/>
                      <a:pt x="2047804" y="935741"/>
                      <a:pt x="2047804" y="875186"/>
                    </a:cubicBezTo>
                    <a:cubicBezTo>
                      <a:pt x="2047804" y="814631"/>
                      <a:pt x="2096893" y="765542"/>
                      <a:pt x="2157448" y="765542"/>
                    </a:cubicBezTo>
                    <a:close/>
                    <a:moveTo>
                      <a:pt x="109644" y="399903"/>
                    </a:moveTo>
                    <a:cubicBezTo>
                      <a:pt x="170199" y="399903"/>
                      <a:pt x="219288" y="448992"/>
                      <a:pt x="219288" y="509547"/>
                    </a:cubicBezTo>
                    <a:cubicBezTo>
                      <a:pt x="219288" y="570102"/>
                      <a:pt x="170199" y="619191"/>
                      <a:pt x="109644" y="619191"/>
                    </a:cubicBezTo>
                    <a:cubicBezTo>
                      <a:pt x="49089" y="619191"/>
                      <a:pt x="0" y="570102"/>
                      <a:pt x="0" y="509547"/>
                    </a:cubicBezTo>
                    <a:cubicBezTo>
                      <a:pt x="0" y="448992"/>
                      <a:pt x="49089" y="399903"/>
                      <a:pt x="109644" y="399903"/>
                    </a:cubicBezTo>
                    <a:close/>
                    <a:moveTo>
                      <a:pt x="621595" y="395620"/>
                    </a:moveTo>
                    <a:cubicBezTo>
                      <a:pt x="682150" y="395620"/>
                      <a:pt x="731239" y="444709"/>
                      <a:pt x="731239" y="505264"/>
                    </a:cubicBezTo>
                    <a:cubicBezTo>
                      <a:pt x="731239" y="565819"/>
                      <a:pt x="682150" y="614908"/>
                      <a:pt x="621595" y="614908"/>
                    </a:cubicBezTo>
                    <a:cubicBezTo>
                      <a:pt x="561040" y="614908"/>
                      <a:pt x="511951" y="565819"/>
                      <a:pt x="511951" y="505264"/>
                    </a:cubicBezTo>
                    <a:cubicBezTo>
                      <a:pt x="511951" y="444709"/>
                      <a:pt x="561040" y="395620"/>
                      <a:pt x="621595" y="395620"/>
                    </a:cubicBezTo>
                    <a:close/>
                    <a:moveTo>
                      <a:pt x="1133546" y="391337"/>
                    </a:moveTo>
                    <a:cubicBezTo>
                      <a:pt x="1194101" y="391337"/>
                      <a:pt x="1243190" y="440426"/>
                      <a:pt x="1243190" y="500981"/>
                    </a:cubicBezTo>
                    <a:cubicBezTo>
                      <a:pt x="1243190" y="561536"/>
                      <a:pt x="1194101" y="610625"/>
                      <a:pt x="1133546" y="610625"/>
                    </a:cubicBezTo>
                    <a:cubicBezTo>
                      <a:pt x="1072991" y="610625"/>
                      <a:pt x="1023902" y="561536"/>
                      <a:pt x="1023902" y="500981"/>
                    </a:cubicBezTo>
                    <a:cubicBezTo>
                      <a:pt x="1023902" y="440426"/>
                      <a:pt x="1072991" y="391337"/>
                      <a:pt x="1133546" y="391337"/>
                    </a:cubicBezTo>
                    <a:close/>
                    <a:moveTo>
                      <a:pt x="1645497" y="387054"/>
                    </a:moveTo>
                    <a:cubicBezTo>
                      <a:pt x="1706052" y="387054"/>
                      <a:pt x="1755141" y="436143"/>
                      <a:pt x="1755141" y="496698"/>
                    </a:cubicBezTo>
                    <a:cubicBezTo>
                      <a:pt x="1755141" y="557253"/>
                      <a:pt x="1706052" y="606342"/>
                      <a:pt x="1645497" y="606342"/>
                    </a:cubicBezTo>
                    <a:cubicBezTo>
                      <a:pt x="1584942" y="606342"/>
                      <a:pt x="1535853" y="557253"/>
                      <a:pt x="1535853" y="496698"/>
                    </a:cubicBezTo>
                    <a:cubicBezTo>
                      <a:pt x="1535853" y="436143"/>
                      <a:pt x="1584942" y="387054"/>
                      <a:pt x="1645497" y="387054"/>
                    </a:cubicBezTo>
                    <a:close/>
                    <a:moveTo>
                      <a:pt x="2157448" y="382771"/>
                    </a:moveTo>
                    <a:cubicBezTo>
                      <a:pt x="2218003" y="382771"/>
                      <a:pt x="2267092" y="431860"/>
                      <a:pt x="2267092" y="492415"/>
                    </a:cubicBezTo>
                    <a:cubicBezTo>
                      <a:pt x="2267092" y="552970"/>
                      <a:pt x="2218003" y="602059"/>
                      <a:pt x="2157448" y="602059"/>
                    </a:cubicBezTo>
                    <a:cubicBezTo>
                      <a:pt x="2096893" y="602059"/>
                      <a:pt x="2047804" y="552970"/>
                      <a:pt x="2047804" y="492415"/>
                    </a:cubicBezTo>
                    <a:cubicBezTo>
                      <a:pt x="2047804" y="431860"/>
                      <a:pt x="2096893" y="382771"/>
                      <a:pt x="2157448" y="382771"/>
                    </a:cubicBezTo>
                    <a:close/>
                    <a:moveTo>
                      <a:pt x="109644" y="17132"/>
                    </a:moveTo>
                    <a:cubicBezTo>
                      <a:pt x="170199" y="17132"/>
                      <a:pt x="219288" y="66221"/>
                      <a:pt x="219288" y="126776"/>
                    </a:cubicBezTo>
                    <a:cubicBezTo>
                      <a:pt x="219288" y="187331"/>
                      <a:pt x="170199" y="236420"/>
                      <a:pt x="109644" y="236420"/>
                    </a:cubicBezTo>
                    <a:cubicBezTo>
                      <a:pt x="49089" y="236420"/>
                      <a:pt x="0" y="187331"/>
                      <a:pt x="0" y="126776"/>
                    </a:cubicBezTo>
                    <a:cubicBezTo>
                      <a:pt x="0" y="66221"/>
                      <a:pt x="49089" y="17132"/>
                      <a:pt x="109644" y="17132"/>
                    </a:cubicBezTo>
                    <a:close/>
                    <a:moveTo>
                      <a:pt x="621595" y="12849"/>
                    </a:moveTo>
                    <a:cubicBezTo>
                      <a:pt x="682150" y="12849"/>
                      <a:pt x="731239" y="61938"/>
                      <a:pt x="731239" y="122493"/>
                    </a:cubicBezTo>
                    <a:cubicBezTo>
                      <a:pt x="731239" y="183048"/>
                      <a:pt x="682150" y="232137"/>
                      <a:pt x="621595" y="232137"/>
                    </a:cubicBezTo>
                    <a:cubicBezTo>
                      <a:pt x="561040" y="232137"/>
                      <a:pt x="511951" y="183048"/>
                      <a:pt x="511951" y="122493"/>
                    </a:cubicBezTo>
                    <a:cubicBezTo>
                      <a:pt x="511951" y="61938"/>
                      <a:pt x="561040" y="12849"/>
                      <a:pt x="621595" y="12849"/>
                    </a:cubicBezTo>
                    <a:close/>
                    <a:moveTo>
                      <a:pt x="1133546" y="8566"/>
                    </a:moveTo>
                    <a:cubicBezTo>
                      <a:pt x="1194101" y="8566"/>
                      <a:pt x="1243190" y="57655"/>
                      <a:pt x="1243190" y="118210"/>
                    </a:cubicBezTo>
                    <a:cubicBezTo>
                      <a:pt x="1243190" y="178765"/>
                      <a:pt x="1194101" y="227854"/>
                      <a:pt x="1133546" y="227854"/>
                    </a:cubicBezTo>
                    <a:cubicBezTo>
                      <a:pt x="1072991" y="227854"/>
                      <a:pt x="1023902" y="178765"/>
                      <a:pt x="1023902" y="118210"/>
                    </a:cubicBezTo>
                    <a:cubicBezTo>
                      <a:pt x="1023902" y="57655"/>
                      <a:pt x="1072991" y="8566"/>
                      <a:pt x="1133546" y="8566"/>
                    </a:cubicBezTo>
                    <a:close/>
                    <a:moveTo>
                      <a:pt x="1645497" y="4283"/>
                    </a:moveTo>
                    <a:cubicBezTo>
                      <a:pt x="1706052" y="4283"/>
                      <a:pt x="1755141" y="53372"/>
                      <a:pt x="1755141" y="113927"/>
                    </a:cubicBezTo>
                    <a:cubicBezTo>
                      <a:pt x="1755141" y="174482"/>
                      <a:pt x="1706052" y="223571"/>
                      <a:pt x="1645497" y="223571"/>
                    </a:cubicBezTo>
                    <a:cubicBezTo>
                      <a:pt x="1584942" y="223571"/>
                      <a:pt x="1535853" y="174482"/>
                      <a:pt x="1535853" y="113927"/>
                    </a:cubicBezTo>
                    <a:cubicBezTo>
                      <a:pt x="1535853" y="53372"/>
                      <a:pt x="1584942" y="4283"/>
                      <a:pt x="1645497" y="4283"/>
                    </a:cubicBezTo>
                    <a:close/>
                    <a:moveTo>
                      <a:pt x="2157448" y="0"/>
                    </a:moveTo>
                    <a:cubicBezTo>
                      <a:pt x="2218003" y="0"/>
                      <a:pt x="2267092" y="49089"/>
                      <a:pt x="2267092" y="109644"/>
                    </a:cubicBezTo>
                    <a:cubicBezTo>
                      <a:pt x="2267092" y="170199"/>
                      <a:pt x="2218003" y="219288"/>
                      <a:pt x="2157448" y="219288"/>
                    </a:cubicBezTo>
                    <a:cubicBezTo>
                      <a:pt x="2096893" y="219288"/>
                      <a:pt x="2047804" y="170199"/>
                      <a:pt x="2047804" y="109644"/>
                    </a:cubicBezTo>
                    <a:cubicBezTo>
                      <a:pt x="2047804" y="49089"/>
                      <a:pt x="2096893" y="0"/>
                      <a:pt x="215744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5994997" y="4614984"/>
                <a:ext cx="1357337" cy="540529"/>
              </a:xfrm>
              <a:custGeom>
                <a:avLst/>
                <a:gdLst>
                  <a:gd name="connsiteX0" fmla="*/ 1070571 w 2141143"/>
                  <a:gd name="connsiteY0" fmla="*/ 0 h 852662"/>
                  <a:gd name="connsiteX1" fmla="*/ 2085238 w 2141143"/>
                  <a:gd name="connsiteY1" fmla="*/ 672566 h 852662"/>
                  <a:gd name="connsiteX2" fmla="*/ 2141143 w 2141143"/>
                  <a:gd name="connsiteY2" fmla="*/ 852662 h 852662"/>
                  <a:gd name="connsiteX3" fmla="*/ 0 w 2141143"/>
                  <a:gd name="connsiteY3" fmla="*/ 852662 h 852662"/>
                  <a:gd name="connsiteX4" fmla="*/ 55904 w 2141143"/>
                  <a:gd name="connsiteY4" fmla="*/ 672566 h 852662"/>
                  <a:gd name="connsiteX5" fmla="*/ 1070571 w 2141143"/>
                  <a:gd name="connsiteY5" fmla="*/ 0 h 85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1143" h="852662">
                    <a:moveTo>
                      <a:pt x="1070571" y="0"/>
                    </a:moveTo>
                    <a:cubicBezTo>
                      <a:pt x="1526706" y="0"/>
                      <a:pt x="1918066" y="277327"/>
                      <a:pt x="2085238" y="672566"/>
                    </a:cubicBezTo>
                    <a:lnTo>
                      <a:pt x="2141143" y="852662"/>
                    </a:lnTo>
                    <a:lnTo>
                      <a:pt x="0" y="852662"/>
                    </a:lnTo>
                    <a:lnTo>
                      <a:pt x="55904" y="672566"/>
                    </a:lnTo>
                    <a:cubicBezTo>
                      <a:pt x="223076" y="277327"/>
                      <a:pt x="614437" y="0"/>
                      <a:pt x="107057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grpSp>
            <p:nvGrpSpPr>
              <p:cNvPr id="10" name="图形"/>
              <p:cNvGrpSpPr/>
              <p:nvPr/>
            </p:nvGrpSpPr>
            <p:grpSpPr>
              <a:xfrm flipH="1">
                <a:off x="4595699" y="509622"/>
                <a:ext cx="939377" cy="382233"/>
                <a:chOff x="465530" y="2231777"/>
                <a:chExt cx="1116082" cy="453862"/>
              </a:xfr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</p:grpSpPr>
            <p:grpSp>
              <p:nvGrpSpPr>
                <p:cNvPr id="13" name="组合 12"/>
                <p:cNvGrpSpPr/>
                <p:nvPr/>
              </p:nvGrpSpPr>
              <p:grpSpPr>
                <a:xfrm rot="5400000">
                  <a:off x="492855" y="2204452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42" name="组合 41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54" name="组合 5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6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55" name="组合 5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43" name="组合 42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44" name="组合 4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45" name="组合 4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4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" name="组合 13"/>
                <p:cNvGrpSpPr/>
                <p:nvPr/>
              </p:nvGrpSpPr>
              <p:grpSpPr>
                <a:xfrm rot="5400000">
                  <a:off x="1100425" y="2204453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15" name="组合 14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29" name="组合 28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30" name="组合 29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1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2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3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5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16" name="组合 15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17" name="组合 16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24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5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6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8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18" name="组合 17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19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11" name="任意多边形: 形状 10"/>
              <p:cNvSpPr/>
              <p:nvPr/>
            </p:nvSpPr>
            <p:spPr>
              <a:xfrm rot="15991198">
                <a:off x="-49589" y="5269"/>
                <a:ext cx="661432" cy="616948"/>
              </a:xfrm>
              <a:custGeom>
                <a:avLst/>
                <a:gdLst>
                  <a:gd name="connsiteX0" fmla="*/ 881263 w 881263"/>
                  <a:gd name="connsiteY0" fmla="*/ 53435 h 821994"/>
                  <a:gd name="connsiteX1" fmla="*/ 834960 w 881263"/>
                  <a:gd name="connsiteY1" fmla="*/ 814827 h 821994"/>
                  <a:gd name="connsiteX2" fmla="*/ 766445 w 881263"/>
                  <a:gd name="connsiteY2" fmla="*/ 821994 h 821994"/>
                  <a:gd name="connsiteX3" fmla="*/ 0 w 881263"/>
                  <a:gd name="connsiteY3" fmla="*/ 26712 h 821994"/>
                  <a:gd name="connsiteX4" fmla="*/ 2595 w 881263"/>
                  <a:gd name="connsiteY4" fmla="*/ 0 h 82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262" h="821994">
                    <a:moveTo>
                      <a:pt x="881263" y="53435"/>
                    </a:moveTo>
                    <a:lnTo>
                      <a:pt x="834960" y="814827"/>
                    </a:lnTo>
                    <a:lnTo>
                      <a:pt x="766445" y="821994"/>
                    </a:lnTo>
                    <a:cubicBezTo>
                      <a:pt x="343149" y="821994"/>
                      <a:pt x="0" y="465934"/>
                      <a:pt x="0" y="26712"/>
                    </a:cubicBezTo>
                    <a:lnTo>
                      <a:pt x="259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2503365" y="1557"/>
                <a:ext cx="697662" cy="390213"/>
              </a:xfrm>
              <a:custGeom>
                <a:avLst/>
                <a:gdLst>
                  <a:gd name="connsiteX0" fmla="*/ 5558 w 929534"/>
                  <a:gd name="connsiteY0" fmla="*/ 0 h 519902"/>
                  <a:gd name="connsiteX1" fmla="*/ 923976 w 929534"/>
                  <a:gd name="connsiteY1" fmla="*/ 0 h 519902"/>
                  <a:gd name="connsiteX2" fmla="*/ 929534 w 929534"/>
                  <a:gd name="connsiteY2" fmla="*/ 55135 h 519902"/>
                  <a:gd name="connsiteX3" fmla="*/ 464767 w 929534"/>
                  <a:gd name="connsiteY3" fmla="*/ 519902 h 519902"/>
                  <a:gd name="connsiteX4" fmla="*/ 0 w 929534"/>
                  <a:gd name="connsiteY4" fmla="*/ 55135 h 51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9534" h="519902">
                    <a:moveTo>
                      <a:pt x="5558" y="0"/>
                    </a:moveTo>
                    <a:lnTo>
                      <a:pt x="923976" y="0"/>
                    </a:lnTo>
                    <a:lnTo>
                      <a:pt x="929534" y="55135"/>
                    </a:lnTo>
                    <a:cubicBezTo>
                      <a:pt x="929534" y="311819"/>
                      <a:pt x="721451" y="519902"/>
                      <a:pt x="464767" y="519902"/>
                    </a:cubicBezTo>
                    <a:cubicBezTo>
                      <a:pt x="208083" y="519902"/>
                      <a:pt x="0" y="311819"/>
                      <a:pt x="0" y="5513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方正仿宋_GB2312"/>
                </a:endParaRPr>
              </a:p>
            </p:txBody>
          </p:sp>
        </p:grpSp>
      </p:grpSp>
      <p:sp>
        <p:nvSpPr>
          <p:cNvPr id="87" name="椭圆 86"/>
          <p:cNvSpPr/>
          <p:nvPr/>
        </p:nvSpPr>
        <p:spPr>
          <a:xfrm>
            <a:off x="5319595" y="1022574"/>
            <a:ext cx="3279229" cy="3279229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88" name="图形"/>
          <p:cNvSpPr txBox="1"/>
          <p:nvPr/>
        </p:nvSpPr>
        <p:spPr>
          <a:xfrm>
            <a:off x="631280" y="1655998"/>
            <a:ext cx="4401205" cy="784830"/>
          </a:xfrm>
          <a:prstGeom prst="rect">
            <a:avLst/>
          </a:prstGeom>
          <a:noFill/>
          <a:effectLst/>
        </p:spPr>
        <p:txBody>
          <a:bodyPr wrap="none" lIns="45720" tIns="22860" rIns="45720" bIns="22860" rtlCol="0">
            <a:spAutoFit/>
          </a:bodyPr>
          <a:lstStyle>
            <a:lvl1pPr lvl="0">
              <a:defRPr sz="6600">
                <a:gradFill>
                  <a:gsLst>
                    <a:gs pos="80000">
                      <a:srgbClr val="504B45"/>
                    </a:gs>
                    <a:gs pos="0">
                      <a:srgbClr val="171310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50800" dist="25400" dir="5400000" algn="ctr" rotWithShape="0">
                    <a:srgbClr val="504B45">
                      <a:alpha val="38000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  <a:cs typeface="方正仿宋_GB2312" panose="02000000000000000000" charset="-122"/>
              </a:defRPr>
            </a:lvl1pPr>
          </a:lstStyle>
          <a:p>
            <a:r>
              <a:rPr lang="zh-CN" altLang="en-US" sz="4800" dirty="0">
                <a:sym typeface="方正仿宋_GB2312"/>
              </a:rPr>
              <a:t>计算机系统组成</a:t>
            </a:r>
          </a:p>
        </p:txBody>
      </p:sp>
      <p:sp>
        <p:nvSpPr>
          <p:cNvPr id="90" name="图形"/>
          <p:cNvSpPr txBox="1"/>
          <p:nvPr/>
        </p:nvSpPr>
        <p:spPr>
          <a:xfrm>
            <a:off x="467136" y="2944828"/>
            <a:ext cx="4454822" cy="254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rPr>
              <a:t>高中信息技术必修一  数据与计算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554284" y="2804334"/>
            <a:ext cx="4235622" cy="0"/>
          </a:xfrm>
          <a:prstGeom prst="line">
            <a:avLst/>
          </a:prstGeom>
          <a:ln>
            <a:solidFill>
              <a:srgbClr val="504B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/>
        </p:nvGrpSpPr>
        <p:grpSpPr>
          <a:xfrm>
            <a:off x="554284" y="3648175"/>
            <a:ext cx="3008873" cy="399894"/>
            <a:chOff x="737950" y="3862044"/>
            <a:chExt cx="3008873" cy="399894"/>
          </a:xfrm>
        </p:grpSpPr>
        <p:grpSp>
          <p:nvGrpSpPr>
            <p:cNvPr id="93" name="组合 92"/>
            <p:cNvGrpSpPr/>
            <p:nvPr/>
          </p:nvGrpSpPr>
          <p:grpSpPr>
            <a:xfrm>
              <a:off x="737950" y="3862044"/>
              <a:ext cx="3008873" cy="399894"/>
              <a:chOff x="1266" y="7313"/>
              <a:chExt cx="5075" cy="623"/>
            </a:xfrm>
          </p:grpSpPr>
          <p:sp>
            <p:nvSpPr>
              <p:cNvPr id="104" name="图形"/>
              <p:cNvSpPr/>
              <p:nvPr>
                <p:custDataLst>
                  <p:tags r:id="rId3"/>
                </p:custDataLst>
              </p:nvPr>
            </p:nvSpPr>
            <p:spPr>
              <a:xfrm>
                <a:off x="1280" y="7313"/>
                <a:ext cx="5061" cy="6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rgbClr val="504B4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06" name="图形"/>
              <p:cNvSpPr/>
              <p:nvPr>
                <p:custDataLst>
                  <p:tags r:id="rId4"/>
                </p:custDataLst>
              </p:nvPr>
            </p:nvSpPr>
            <p:spPr>
              <a:xfrm>
                <a:off x="1266" y="7313"/>
                <a:ext cx="2611" cy="62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rgbClr val="504B45"/>
                  </a:gs>
                  <a:gs pos="100000">
                    <a:srgbClr val="171310"/>
                  </a:gs>
                </a:gsLst>
                <a:path path="circle">
                  <a:fillToRect r="100000" b="100000"/>
                </a:path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</p:grpSp>
        <p:sp>
          <p:nvSpPr>
            <p:cNvPr id="94" name="图形"/>
            <p:cNvSpPr txBox="1"/>
            <p:nvPr>
              <p:custDataLst>
                <p:tags r:id="rId1"/>
              </p:custDataLst>
            </p:nvPr>
          </p:nvSpPr>
          <p:spPr>
            <a:xfrm>
              <a:off x="789531" y="3923549"/>
              <a:ext cx="15367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淄博五中信息中心</a:t>
              </a:r>
            </a:p>
          </p:txBody>
        </p:sp>
        <p:sp>
          <p:nvSpPr>
            <p:cNvPr id="103" name="图形"/>
            <p:cNvSpPr txBox="1"/>
            <p:nvPr>
              <p:custDataLst>
                <p:tags r:id="rId2"/>
              </p:custDataLst>
            </p:nvPr>
          </p:nvSpPr>
          <p:spPr>
            <a:xfrm>
              <a:off x="2244462" y="3923549"/>
              <a:ext cx="1451967" cy="276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时间：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2025.09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1"/>
      <p:bldP spid="9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组合 196"/>
          <p:cNvGrpSpPr/>
          <p:nvPr/>
        </p:nvGrpSpPr>
        <p:grpSpPr>
          <a:xfrm>
            <a:off x="0" y="0"/>
            <a:ext cx="9175039" cy="5155513"/>
            <a:chOff x="0" y="0"/>
            <a:chExt cx="9175039" cy="5155513"/>
          </a:xfrm>
        </p:grpSpPr>
        <p:sp>
          <p:nvSpPr>
            <p:cNvPr id="2" name="任意多边形: 形状 1"/>
            <p:cNvSpPr/>
            <p:nvPr/>
          </p:nvSpPr>
          <p:spPr>
            <a:xfrm>
              <a:off x="765686" y="0"/>
              <a:ext cx="7642960" cy="1315289"/>
            </a:xfrm>
            <a:custGeom>
              <a:avLst/>
              <a:gdLst>
                <a:gd name="connsiteX0" fmla="*/ 0 w 9241142"/>
                <a:gd name="connsiteY0" fmla="*/ 0 h 1590323"/>
                <a:gd name="connsiteX1" fmla="*/ 9241142 w 9241142"/>
                <a:gd name="connsiteY1" fmla="*/ 0 h 1590323"/>
                <a:gd name="connsiteX2" fmla="*/ 9216650 w 9241142"/>
                <a:gd name="connsiteY2" fmla="*/ 25757 h 1590323"/>
                <a:gd name="connsiteX3" fmla="*/ 4620571 w 9241142"/>
                <a:gd name="connsiteY3" fmla="*/ 1590323 h 1590323"/>
                <a:gd name="connsiteX4" fmla="*/ 24492 w 9241142"/>
                <a:gd name="connsiteY4" fmla="*/ 25757 h 1590323"/>
                <a:gd name="connsiteX5" fmla="*/ 0 w 9241142"/>
                <a:gd name="connsiteY5" fmla="*/ 0 h 159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41142" h="1590323">
                  <a:moveTo>
                    <a:pt x="0" y="0"/>
                  </a:moveTo>
                  <a:lnTo>
                    <a:pt x="9241142" y="0"/>
                  </a:lnTo>
                  <a:lnTo>
                    <a:pt x="9216650" y="25757"/>
                  </a:lnTo>
                  <a:cubicBezTo>
                    <a:pt x="8274100" y="963751"/>
                    <a:pt x="6568346" y="1590323"/>
                    <a:pt x="4620571" y="1590323"/>
                  </a:cubicBezTo>
                  <a:cubicBezTo>
                    <a:pt x="2672797" y="1590323"/>
                    <a:pt x="967042" y="963751"/>
                    <a:pt x="24492" y="25757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6000">
                  <a:srgbClr val="504B45"/>
                </a:gs>
              </a:gsLst>
              <a:lin ang="96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仿宋_GB2312"/>
              </a:endParaRPr>
            </a:p>
          </p:txBody>
        </p:sp>
        <p:sp>
          <p:nvSpPr>
            <p:cNvPr id="4" name="任意多边形: 形状 3"/>
            <p:cNvSpPr/>
            <p:nvPr/>
          </p:nvSpPr>
          <p:spPr>
            <a:xfrm flipV="1">
              <a:off x="0" y="4425557"/>
              <a:ext cx="832849" cy="717943"/>
            </a:xfrm>
            <a:custGeom>
              <a:avLst/>
              <a:gdLst>
                <a:gd name="connsiteX0" fmla="*/ 0 w 1103775"/>
                <a:gd name="connsiteY0" fmla="*/ 0 h 951490"/>
                <a:gd name="connsiteX1" fmla="*/ 1103775 w 1103775"/>
                <a:gd name="connsiteY1" fmla="*/ 0 h 951490"/>
                <a:gd name="connsiteX2" fmla="*/ 1094731 w 1103775"/>
                <a:gd name="connsiteY2" fmla="*/ 59259 h 951490"/>
                <a:gd name="connsiteX3" fmla="*/ 0 w 1103775"/>
                <a:gd name="connsiteY3" fmla="*/ 951490 h 95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3775" h="951489">
                  <a:moveTo>
                    <a:pt x="0" y="0"/>
                  </a:moveTo>
                  <a:lnTo>
                    <a:pt x="1103775" y="0"/>
                  </a:lnTo>
                  <a:lnTo>
                    <a:pt x="1094731" y="59259"/>
                  </a:lnTo>
                  <a:cubicBezTo>
                    <a:pt x="990534" y="568454"/>
                    <a:pt x="539999" y="951490"/>
                    <a:pt x="0" y="95149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6000">
                  <a:srgbClr val="504B45"/>
                </a:gs>
              </a:gsLst>
              <a:lin ang="9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方正仿宋_GB2312"/>
              </a:endParaRPr>
            </a:p>
          </p:txBody>
        </p:sp>
        <p:sp>
          <p:nvSpPr>
            <p:cNvPr id="196" name="图形"/>
            <p:cNvSpPr/>
            <p:nvPr/>
          </p:nvSpPr>
          <p:spPr>
            <a:xfrm>
              <a:off x="7817702" y="4614984"/>
              <a:ext cx="1357337" cy="540529"/>
            </a:xfrm>
            <a:custGeom>
              <a:avLst/>
              <a:gdLst>
                <a:gd name="connsiteX0" fmla="*/ 1070571 w 2141143"/>
                <a:gd name="connsiteY0" fmla="*/ 0 h 852662"/>
                <a:gd name="connsiteX1" fmla="*/ 2085238 w 2141143"/>
                <a:gd name="connsiteY1" fmla="*/ 672566 h 852662"/>
                <a:gd name="connsiteX2" fmla="*/ 2141143 w 2141143"/>
                <a:gd name="connsiteY2" fmla="*/ 852662 h 852662"/>
                <a:gd name="connsiteX3" fmla="*/ 0 w 2141143"/>
                <a:gd name="connsiteY3" fmla="*/ 852662 h 852662"/>
                <a:gd name="connsiteX4" fmla="*/ 55904 w 2141143"/>
                <a:gd name="connsiteY4" fmla="*/ 672566 h 852662"/>
                <a:gd name="connsiteX5" fmla="*/ 1070571 w 2141143"/>
                <a:gd name="connsiteY5" fmla="*/ 0 h 852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1143" h="852662">
                  <a:moveTo>
                    <a:pt x="1070571" y="0"/>
                  </a:moveTo>
                  <a:cubicBezTo>
                    <a:pt x="1526706" y="0"/>
                    <a:pt x="1918066" y="277327"/>
                    <a:pt x="2085238" y="672566"/>
                  </a:cubicBezTo>
                  <a:lnTo>
                    <a:pt x="2141143" y="852662"/>
                  </a:lnTo>
                  <a:lnTo>
                    <a:pt x="0" y="852662"/>
                  </a:lnTo>
                  <a:lnTo>
                    <a:pt x="55904" y="672566"/>
                  </a:lnTo>
                  <a:cubicBezTo>
                    <a:pt x="223076" y="277327"/>
                    <a:pt x="614437" y="0"/>
                    <a:pt x="107057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504B45"/>
                </a:gs>
              </a:gsLst>
              <a:lin ang="8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</p:grpSp>
      <p:sp>
        <p:nvSpPr>
          <p:cNvPr id="198" name="文本框 197"/>
          <p:cNvSpPr txBox="1"/>
          <p:nvPr/>
        </p:nvSpPr>
        <p:spPr>
          <a:xfrm>
            <a:off x="3787171" y="-18877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目录</a:t>
            </a:r>
          </a:p>
        </p:txBody>
      </p:sp>
      <p:sp>
        <p:nvSpPr>
          <p:cNvPr id="199" name="文本框 198"/>
          <p:cNvSpPr txBox="1"/>
          <p:nvPr/>
        </p:nvSpPr>
        <p:spPr>
          <a:xfrm>
            <a:off x="2788077" y="836255"/>
            <a:ext cx="3567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仿宋_GB2312"/>
              </a:rPr>
              <a:t>CONTNENTS</a:t>
            </a:r>
            <a:endParaRPr lang="zh-CN" altLang="en-US" sz="1400" dirty="0">
              <a:solidFill>
                <a:schemeClr val="bg1"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201" name="矩形: 圆角 200"/>
          <p:cNvSpPr/>
          <p:nvPr/>
        </p:nvSpPr>
        <p:spPr>
          <a:xfrm>
            <a:off x="516835" y="2103373"/>
            <a:ext cx="2433099" cy="659958"/>
          </a:xfrm>
          <a:prstGeom prst="roundRect">
            <a:avLst>
              <a:gd name="adj" fmla="val 9438"/>
            </a:avLst>
          </a:prstGeom>
          <a:gradFill>
            <a:gsLst>
              <a:gs pos="36000">
                <a:srgbClr val="EAEBEC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516835" y="2245256"/>
            <a:ext cx="2433099" cy="3761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仿宋_GB2312"/>
              </a:rPr>
              <a:t>硬件系统组成</a:t>
            </a:r>
          </a:p>
        </p:txBody>
      </p:sp>
      <p:sp>
        <p:nvSpPr>
          <p:cNvPr id="205" name="矩形: 圆角 204"/>
          <p:cNvSpPr/>
          <p:nvPr/>
        </p:nvSpPr>
        <p:spPr>
          <a:xfrm>
            <a:off x="3345830" y="2103373"/>
            <a:ext cx="2433099" cy="659958"/>
          </a:xfrm>
          <a:prstGeom prst="roundRect">
            <a:avLst>
              <a:gd name="adj" fmla="val 9438"/>
            </a:avLst>
          </a:prstGeom>
          <a:gradFill>
            <a:gsLst>
              <a:gs pos="36000">
                <a:srgbClr val="EAEBEC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3345830" y="2245256"/>
            <a:ext cx="2433099" cy="3761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2000" b="1" dirty="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方正仿宋_GB2312"/>
              </a:rPr>
              <a:t>软件系统组成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6174826" y="2103373"/>
            <a:ext cx="2433099" cy="659958"/>
          </a:xfrm>
          <a:prstGeom prst="roundRect">
            <a:avLst>
              <a:gd name="adj" fmla="val 9438"/>
            </a:avLst>
          </a:prstGeom>
          <a:gradFill>
            <a:gsLst>
              <a:gs pos="36000">
                <a:srgbClr val="EAEBEC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213" name="矩形: 圆角 212"/>
          <p:cNvSpPr/>
          <p:nvPr/>
        </p:nvSpPr>
        <p:spPr>
          <a:xfrm>
            <a:off x="2025913" y="3577882"/>
            <a:ext cx="2433099" cy="659958"/>
          </a:xfrm>
          <a:prstGeom prst="roundRect">
            <a:avLst>
              <a:gd name="adj" fmla="val 9438"/>
            </a:avLst>
          </a:prstGeom>
          <a:gradFill>
            <a:gsLst>
              <a:gs pos="36000">
                <a:srgbClr val="EAEBEC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217" name="矩形: 圆角 216"/>
          <p:cNvSpPr/>
          <p:nvPr/>
        </p:nvSpPr>
        <p:spPr>
          <a:xfrm>
            <a:off x="4854908" y="3577882"/>
            <a:ext cx="2433099" cy="659958"/>
          </a:xfrm>
          <a:prstGeom prst="roundRect">
            <a:avLst>
              <a:gd name="adj" fmla="val 9438"/>
            </a:avLst>
          </a:prstGeom>
          <a:gradFill>
            <a:gsLst>
              <a:gs pos="36000">
                <a:srgbClr val="EAEBEC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grpSp>
        <p:nvGrpSpPr>
          <p:cNvPr id="220" name="图形"/>
          <p:cNvGrpSpPr/>
          <p:nvPr/>
        </p:nvGrpSpPr>
        <p:grpSpPr>
          <a:xfrm flipH="1">
            <a:off x="745596" y="3684227"/>
            <a:ext cx="816106" cy="332074"/>
            <a:chOff x="465530" y="2231777"/>
            <a:chExt cx="1116082" cy="45386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504B45"/>
              </a:gs>
            </a:gsLst>
            <a:lin ang="10200000" scaled="0"/>
          </a:gradFill>
        </p:grpSpPr>
        <p:grpSp>
          <p:nvGrpSpPr>
            <p:cNvPr id="221" name="组合 220"/>
            <p:cNvGrpSpPr/>
            <p:nvPr/>
          </p:nvGrpSpPr>
          <p:grpSpPr>
            <a:xfrm rot="5400000">
              <a:off x="492855" y="2204452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45" name="组合 244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57" name="组合 256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63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64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65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66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58" name="组合 257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5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6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6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6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46" name="组合 245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47" name="组合 246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53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54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55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56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48" name="组合 247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4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5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5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5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  <p:grpSp>
          <p:nvGrpSpPr>
            <p:cNvPr id="222" name="组合 221"/>
            <p:cNvGrpSpPr/>
            <p:nvPr/>
          </p:nvGrpSpPr>
          <p:grpSpPr>
            <a:xfrm rot="5400000">
              <a:off x="1100425" y="2204453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23" name="组合 222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35" name="组合 234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41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42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43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44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36" name="组合 235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37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38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39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40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24" name="组合 223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25" name="组合 224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31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32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33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34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26" name="组合 225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27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8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9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30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</p:grpSp>
      <p:grpSp>
        <p:nvGrpSpPr>
          <p:cNvPr id="267" name="图形"/>
          <p:cNvGrpSpPr/>
          <p:nvPr/>
        </p:nvGrpSpPr>
        <p:grpSpPr>
          <a:xfrm flipH="1">
            <a:off x="7662064" y="3684227"/>
            <a:ext cx="816106" cy="332074"/>
            <a:chOff x="465530" y="2231777"/>
            <a:chExt cx="1116082" cy="453862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7000">
                <a:srgbClr val="504B45"/>
              </a:gs>
            </a:gsLst>
            <a:lin ang="10200000" scaled="0"/>
          </a:gradFill>
        </p:grpSpPr>
        <p:grpSp>
          <p:nvGrpSpPr>
            <p:cNvPr id="268" name="组合 267"/>
            <p:cNvGrpSpPr/>
            <p:nvPr/>
          </p:nvGrpSpPr>
          <p:grpSpPr>
            <a:xfrm rot="5400000">
              <a:off x="492855" y="2204452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92" name="组合 291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304" name="组合 303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310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311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312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313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305" name="组合 304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306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307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308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309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93" name="组合 292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94" name="组合 293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300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301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302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303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95" name="组合 294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96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97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98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99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  <p:grpSp>
          <p:nvGrpSpPr>
            <p:cNvPr id="269" name="组合 268"/>
            <p:cNvGrpSpPr/>
            <p:nvPr/>
          </p:nvGrpSpPr>
          <p:grpSpPr>
            <a:xfrm rot="5400000">
              <a:off x="1100425" y="2204453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70" name="组合 269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82" name="组合 28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88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89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90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91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83" name="组合 28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84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85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86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87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71" name="组合 270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72" name="组合 27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78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79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80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81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73" name="组合 27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74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75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76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77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1"/>
            <a:ext cx="2330319" cy="644683"/>
            <a:chOff x="0" y="1"/>
            <a:chExt cx="3307624" cy="915054"/>
          </a:xfrm>
        </p:grpSpPr>
        <p:sp>
          <p:nvSpPr>
            <p:cNvPr id="3" name="任意多边形: 形状 2"/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/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2446383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计算机系统</a:t>
              </a:r>
            </a:p>
          </p:txBody>
        </p:sp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AB200636-2F11-00C6-4242-057E397B32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3308307"/>
              </p:ext>
            </p:extLst>
          </p:nvPr>
        </p:nvGraphicFramePr>
        <p:xfrm>
          <a:off x="810491" y="368184"/>
          <a:ext cx="8163158" cy="460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53D7687-B43F-5EC4-7047-6FF356A46EB6}"/>
              </a:ext>
            </a:extLst>
          </p:cNvPr>
          <p:cNvSpPr txBox="1"/>
          <p:nvPr/>
        </p:nvSpPr>
        <p:spPr>
          <a:xfrm>
            <a:off x="677456" y="1419954"/>
            <a:ext cx="1923729" cy="321264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171310"/>
              </a:gs>
              <a:gs pos="0">
                <a:srgbClr val="504B45"/>
              </a:gs>
            </a:gsLst>
            <a:lin ang="36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zh-CN"/>
            </a:defPPr>
            <a:lvl1pPr algn="ctr">
              <a:defRPr sz="2000">
                <a:solidFill>
                  <a:schemeClr val="l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Medium" panose="020B0600000000000000" pitchFamily="34" charset="-122"/>
              </a:rPr>
              <a:t>冯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Medium" panose="020B0600000000000000" pitchFamily="34" charset="-122"/>
              </a:rPr>
              <a:t>·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Medium" panose="020B0600000000000000" pitchFamily="34" charset="-122"/>
              </a:rPr>
              <a:t>诺伊曼体系结构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BA885F1-3B2E-A640-74E8-A0CA8EDEDF10}"/>
              </a:ext>
            </a:extLst>
          </p:cNvPr>
          <p:cNvCxnSpPr>
            <a:endCxn id="7" idx="3"/>
          </p:cNvCxnSpPr>
          <p:nvPr/>
        </p:nvCxnSpPr>
        <p:spPr>
          <a:xfrm flipH="1">
            <a:off x="2601185" y="1579418"/>
            <a:ext cx="495306" cy="11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3"/>
  <p:tag name="KSO_WM_UNIT_TEXT_FILL_FORE_SCHEMECOLOR_INDEX_BRIGHTNESS" val="0.15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4"/>
  <p:tag name="KSO_WM_UNIT_TEXT_FILL_FORE_SCHEMECOLOR_INDEX_BRIGHTNESS" val="0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5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14"/>
  <p:tag name="KSO_WM_UNIT_FILL_FORE_SCHEMECOLOR_INDEX_BRIGHTNESS" val="0"/>
  <p:tag name="KSO_WM_UNIT_FILL_TYPE" val="1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1cnd2d">
      <a:majorFont>
        <a:latin typeface="方正仿宋_GB2312"/>
        <a:ea typeface="方正仿宋_GB2312"/>
        <a:cs typeface="Arial"/>
      </a:majorFont>
      <a:minorFont>
        <a:latin typeface="方正仿宋_GB2312"/>
        <a:ea typeface="方正仿宋_GB2312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62</TotalTime>
  <Words>77</Words>
  <Application>Microsoft Office PowerPoint</Application>
  <PresentationFormat>全屏显示(16:9)</PresentationFormat>
  <Paragraphs>37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方正仿宋_GB2312</vt:lpstr>
      <vt:lpstr>汉仪菱心体简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新型技术</dc:title>
  <dc:creator>第一PPT</dc:creator>
  <cp:keywords>www.1ppt.com</cp:keywords>
  <dc:description>www.1ppt.com</dc:description>
  <cp:lastModifiedBy>wenqian zhang</cp:lastModifiedBy>
  <cp:revision>48</cp:revision>
  <dcterms:created xsi:type="dcterms:W3CDTF">2025-04-01T01:30:00Z</dcterms:created>
  <dcterms:modified xsi:type="dcterms:W3CDTF">2025-09-15T05:43:25Z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5B9FA6A6CC874101B5B32032913C836C_12</vt:lpwstr>
  </property>
  <property fmtid="{D5CDD505-2E9C-101B-9397-08002B2CF9AE}" pid="3" name="KSOProductBuildVer">
    <vt:lpwstr>2052-12.1.0.20784</vt:lpwstr>
  </property>
</Properties>
</file>