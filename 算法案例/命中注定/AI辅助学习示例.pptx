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qian zhang" userId="c6b14e3d0a312bd3" providerId="LiveId" clId="{D980DB53-26CE-4E4F-A31B-941E81CED5F1}"/>
    <pc:docChg chg="custSel addSld modSld">
      <pc:chgData name="wenqian zhang" userId="c6b14e3d0a312bd3" providerId="LiveId" clId="{D980DB53-26CE-4E4F-A31B-941E81CED5F1}" dt="2025-12-17T08:45:58.417" v="386" actId="20577"/>
      <pc:docMkLst>
        <pc:docMk/>
      </pc:docMkLst>
      <pc:sldChg chg="modSp new mod">
        <pc:chgData name="wenqian zhang" userId="c6b14e3d0a312bd3" providerId="LiveId" clId="{D980DB53-26CE-4E4F-A31B-941E81CED5F1}" dt="2025-12-17T08:41:51.664" v="54" actId="20577"/>
        <pc:sldMkLst>
          <pc:docMk/>
          <pc:sldMk cId="3393360175" sldId="256"/>
        </pc:sldMkLst>
        <pc:spChg chg="mod">
          <ac:chgData name="wenqian zhang" userId="c6b14e3d0a312bd3" providerId="LiveId" clId="{D980DB53-26CE-4E4F-A31B-941E81CED5F1}" dt="2025-12-17T08:41:39.119" v="15" actId="20577"/>
          <ac:spMkLst>
            <pc:docMk/>
            <pc:sldMk cId="3393360175" sldId="256"/>
            <ac:spMk id="2" creationId="{6C8E0051-3FD8-B1F2-9BA1-19CCA98941CF}"/>
          </ac:spMkLst>
        </pc:spChg>
        <pc:spChg chg="mod">
          <ac:chgData name="wenqian zhang" userId="c6b14e3d0a312bd3" providerId="LiveId" clId="{D980DB53-26CE-4E4F-A31B-941E81CED5F1}" dt="2025-12-17T08:41:51.664" v="54" actId="20577"/>
          <ac:spMkLst>
            <pc:docMk/>
            <pc:sldMk cId="3393360175" sldId="256"/>
            <ac:spMk id="3" creationId="{78BD1FF8-4279-50E8-76D7-1FB35B590080}"/>
          </ac:spMkLst>
        </pc:spChg>
      </pc:sldChg>
      <pc:sldChg chg="addSp delSp modSp new mod">
        <pc:chgData name="wenqian zhang" userId="c6b14e3d0a312bd3" providerId="LiveId" clId="{D980DB53-26CE-4E4F-A31B-941E81CED5F1}" dt="2025-12-17T08:43:05.540" v="82" actId="20577"/>
        <pc:sldMkLst>
          <pc:docMk/>
          <pc:sldMk cId="516065516" sldId="257"/>
        </pc:sldMkLst>
        <pc:spChg chg="del">
          <ac:chgData name="wenqian zhang" userId="c6b14e3d0a312bd3" providerId="LiveId" clId="{D980DB53-26CE-4E4F-A31B-941E81CED5F1}" dt="2025-12-17T08:42:03.543" v="56" actId="478"/>
          <ac:spMkLst>
            <pc:docMk/>
            <pc:sldMk cId="516065516" sldId="257"/>
            <ac:spMk id="2" creationId="{76C1D461-D225-8E44-7CF6-06947FCA8DE7}"/>
          </ac:spMkLst>
        </pc:spChg>
        <pc:spChg chg="mod">
          <ac:chgData name="wenqian zhang" userId="c6b14e3d0a312bd3" providerId="LiveId" clId="{D980DB53-26CE-4E4F-A31B-941E81CED5F1}" dt="2025-12-17T08:42:09.536" v="64" actId="20577"/>
          <ac:spMkLst>
            <pc:docMk/>
            <pc:sldMk cId="516065516" sldId="257"/>
            <ac:spMk id="3" creationId="{6634E345-A8B1-EC01-BCB9-36395878A290}"/>
          </ac:spMkLst>
        </pc:spChg>
        <pc:spChg chg="add 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4" creationId="{01B5F57B-85EF-7158-390C-96BA2071A4E9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6" creationId="{5251D6ED-8CD8-8D63-B01E-FBC837F15ED6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7" creationId="{0CFCEAEE-76EF-F492-22AE-73BB4926859D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8" creationId="{497F4FE3-8D7E-28AF-7743-DF1EC9A40046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9" creationId="{5831440D-6236-BD2D-A75A-A44132E68341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10" creationId="{2DCBD63F-419F-1AD8-44B9-8A9BCEC1984B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11" creationId="{EA1F3C22-3F8D-CB35-9A87-D289D1286BDB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12" creationId="{3043AA5C-CB6F-6472-DAB8-BE36F0771DDA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13" creationId="{129D6694-CDCF-6E33-9BB7-D32C1A02C12D}"/>
          </ac:spMkLst>
        </pc:spChg>
        <pc:spChg chg="mod">
          <ac:chgData name="wenqian zhang" userId="c6b14e3d0a312bd3" providerId="LiveId" clId="{D980DB53-26CE-4E4F-A31B-941E81CED5F1}" dt="2025-12-17T08:42:48.069" v="65"/>
          <ac:spMkLst>
            <pc:docMk/>
            <pc:sldMk cId="516065516" sldId="257"/>
            <ac:spMk id="14" creationId="{3183B54C-1415-A7A3-ED78-2CDDF1657530}"/>
          </ac:spMkLst>
        </pc:spChg>
        <pc:spChg chg="add mod">
          <ac:chgData name="wenqian zhang" userId="c6b14e3d0a312bd3" providerId="LiveId" clId="{D980DB53-26CE-4E4F-A31B-941E81CED5F1}" dt="2025-12-17T08:43:05.540" v="82" actId="20577"/>
          <ac:spMkLst>
            <pc:docMk/>
            <pc:sldMk cId="516065516" sldId="257"/>
            <ac:spMk id="15" creationId="{0A0B7E60-04F7-9990-1F9B-D9A317B24D9F}"/>
          </ac:spMkLst>
        </pc:spChg>
      </pc:sldChg>
      <pc:sldChg chg="modSp new mod">
        <pc:chgData name="wenqian zhang" userId="c6b14e3d0a312bd3" providerId="LiveId" clId="{D980DB53-26CE-4E4F-A31B-941E81CED5F1}" dt="2025-12-17T08:45:58.417" v="386" actId="20577"/>
        <pc:sldMkLst>
          <pc:docMk/>
          <pc:sldMk cId="3969150436" sldId="258"/>
        </pc:sldMkLst>
        <pc:spChg chg="mod">
          <ac:chgData name="wenqian zhang" userId="c6b14e3d0a312bd3" providerId="LiveId" clId="{D980DB53-26CE-4E4F-A31B-941E81CED5F1}" dt="2025-12-17T08:43:26.741" v="104" actId="14100"/>
          <ac:spMkLst>
            <pc:docMk/>
            <pc:sldMk cId="3969150436" sldId="258"/>
            <ac:spMk id="2" creationId="{CFA22AA8-FAA3-F9C5-2DA3-7781CA789CA7}"/>
          </ac:spMkLst>
        </pc:spChg>
        <pc:spChg chg="mod">
          <ac:chgData name="wenqian zhang" userId="c6b14e3d0a312bd3" providerId="LiveId" clId="{D980DB53-26CE-4E4F-A31B-941E81CED5F1}" dt="2025-12-17T08:45:58.417" v="386" actId="20577"/>
          <ac:spMkLst>
            <pc:docMk/>
            <pc:sldMk cId="3969150436" sldId="258"/>
            <ac:spMk id="3" creationId="{9339F962-0DDF-92BC-3700-7DD0104CF3D1}"/>
          </ac:spMkLst>
        </pc:spChg>
      </pc:sldChg>
      <pc:sldMasterChg chg="addSldLayout">
        <pc:chgData name="wenqian zhang" userId="c6b14e3d0a312bd3" providerId="LiveId" clId="{D980DB53-26CE-4E4F-A31B-941E81CED5F1}" dt="2025-12-17T08:41:26.549" v="0" actId="680"/>
        <pc:sldMasterMkLst>
          <pc:docMk/>
          <pc:sldMasterMk cId="794206538" sldId="2147483648"/>
        </pc:sldMasterMkLst>
        <pc:sldLayoutChg chg="add">
          <pc:chgData name="wenqian zhang" userId="c6b14e3d0a312bd3" providerId="LiveId" clId="{D980DB53-26CE-4E4F-A31B-941E81CED5F1}" dt="2025-12-17T08:41:26.549" v="0" actId="680"/>
          <pc:sldLayoutMkLst>
            <pc:docMk/>
            <pc:sldMasterMk cId="794206538" sldId="2147483648"/>
            <pc:sldLayoutMk cId="203198035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6560B48-E3A5-5FF4-B7BA-638591A6A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DA8B1315-5FB1-2669-8872-81535C7ED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198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20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C8E0051-3FD8-B1F2-9BA1-19CCA98941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辅助编程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78BD1FF8-4279-50E8-76D7-1FB35B590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命中注定相遇问题学习</a:t>
            </a:r>
          </a:p>
        </p:txBody>
      </p:sp>
    </p:spTree>
    <p:extLst>
      <p:ext uri="{BB962C8B-B14F-4D97-AF65-F5344CB8AC3E}">
        <p14:creationId xmlns:p14="http://schemas.microsoft.com/office/powerpoint/2010/main" val="339336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01B5F57B-85EF-7158-390C-96BA2071A4E9}"/>
              </a:ext>
            </a:extLst>
          </p:cNvPr>
          <p:cNvSpPr txBox="1"/>
          <p:nvPr/>
        </p:nvSpPr>
        <p:spPr>
          <a:xfrm>
            <a:off x="932876" y="1515509"/>
            <a:ext cx="10434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在如图</a:t>
            </a:r>
            <a:r>
              <a:rPr lang="en-US" altLang="zh-CN" sz="3600" dirty="0"/>
              <a:t>3*3</a:t>
            </a:r>
            <a:r>
              <a:rPr lang="zh-CN" altLang="en-US" sz="3600" dirty="0"/>
              <a:t>的方格中，每个小方格边长为</a:t>
            </a:r>
            <a:r>
              <a:rPr lang="en-US" altLang="zh-CN" sz="3600" dirty="0"/>
              <a:t>1</a:t>
            </a:r>
            <a:r>
              <a:rPr lang="zh-CN" altLang="en-US" sz="3600" dirty="0"/>
              <a:t>，两人分别从左下角和右上角出发，每次只能走一个方格，不能后退，求有多少种相遇的路径。</a:t>
            </a:r>
            <a:endParaRPr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0D86B2AB-591A-C6CE-DC44-E2527CE39604}"/>
              </a:ext>
            </a:extLst>
          </p:cNvPr>
          <p:cNvGrpSpPr/>
          <p:nvPr/>
        </p:nvGrpSpPr>
        <p:grpSpPr>
          <a:xfrm>
            <a:off x="5087094" y="3689784"/>
            <a:ext cx="2592288" cy="2592288"/>
            <a:chOff x="3790951" y="2840349"/>
            <a:chExt cx="2592288" cy="259228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5251D6ED-8CD8-8D63-B01E-FBC837F15ED6}"/>
                </a:ext>
              </a:extLst>
            </p:cNvPr>
            <p:cNvSpPr/>
            <p:nvPr/>
          </p:nvSpPr>
          <p:spPr>
            <a:xfrm>
              <a:off x="3790951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0CFCEAEE-76EF-F492-22AE-73BB4926859D}"/>
                </a:ext>
              </a:extLst>
            </p:cNvPr>
            <p:cNvSpPr/>
            <p:nvPr/>
          </p:nvSpPr>
          <p:spPr>
            <a:xfrm>
              <a:off x="4655047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497F4FE3-8D7E-28AF-7743-DF1EC9A40046}"/>
                </a:ext>
              </a:extLst>
            </p:cNvPr>
            <p:cNvSpPr/>
            <p:nvPr/>
          </p:nvSpPr>
          <p:spPr>
            <a:xfrm>
              <a:off x="5519143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5831440D-6236-BD2D-A75A-A44132E68341}"/>
                </a:ext>
              </a:extLst>
            </p:cNvPr>
            <p:cNvSpPr/>
            <p:nvPr/>
          </p:nvSpPr>
          <p:spPr>
            <a:xfrm>
              <a:off x="3790951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2DCBD63F-419F-1AD8-44B9-8A9BCEC1984B}"/>
                </a:ext>
              </a:extLst>
            </p:cNvPr>
            <p:cNvSpPr/>
            <p:nvPr/>
          </p:nvSpPr>
          <p:spPr>
            <a:xfrm>
              <a:off x="4655047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EA1F3C22-3F8D-CB35-9A87-D289D1286BDB}"/>
                </a:ext>
              </a:extLst>
            </p:cNvPr>
            <p:cNvSpPr/>
            <p:nvPr/>
          </p:nvSpPr>
          <p:spPr>
            <a:xfrm>
              <a:off x="3790951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3043AA5C-CB6F-6472-DAB8-BE36F0771DDA}"/>
                </a:ext>
              </a:extLst>
            </p:cNvPr>
            <p:cNvSpPr/>
            <p:nvPr/>
          </p:nvSpPr>
          <p:spPr>
            <a:xfrm>
              <a:off x="4655047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129D6694-CDCF-6E33-9BB7-D32C1A02C12D}"/>
                </a:ext>
              </a:extLst>
            </p:cNvPr>
            <p:cNvSpPr/>
            <p:nvPr/>
          </p:nvSpPr>
          <p:spPr>
            <a:xfrm>
              <a:off x="5519143" y="3721222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3183B54C-1415-A7A3-ED78-2CDDF1657530}"/>
                </a:ext>
              </a:extLst>
            </p:cNvPr>
            <p:cNvSpPr/>
            <p:nvPr/>
          </p:nvSpPr>
          <p:spPr>
            <a:xfrm>
              <a:off x="5519143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标题 1">
            <a:extLst>
              <a:ext uri="{FF2B5EF4-FFF2-40B4-BE49-F238E27FC236}">
                <a16:creationId xmlns:a16="http://schemas.microsoft.com/office/drawing/2014/main" xmlns="" id="{0A0B7E60-04F7-9990-1F9B-D9A317B24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190" y="728119"/>
            <a:ext cx="9144000" cy="667498"/>
          </a:xfrm>
        </p:spPr>
        <p:txBody>
          <a:bodyPr/>
          <a:lstStyle/>
          <a:p>
            <a:r>
              <a:rPr lang="zh-CN" altLang="en-US" dirty="0"/>
              <a:t>相遇问题</a:t>
            </a:r>
          </a:p>
        </p:txBody>
      </p:sp>
    </p:spTree>
    <p:extLst>
      <p:ext uri="{BB962C8B-B14F-4D97-AF65-F5344CB8AC3E}">
        <p14:creationId xmlns:p14="http://schemas.microsoft.com/office/powerpoint/2010/main" val="51606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FA22AA8-FAA3-F9C5-2DA3-7781CA789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00" y="431799"/>
            <a:ext cx="9144000" cy="927101"/>
          </a:xfrm>
        </p:spPr>
        <p:txBody>
          <a:bodyPr/>
          <a:lstStyle/>
          <a:p>
            <a:r>
              <a:rPr lang="en-US" altLang="zh-CN" dirty="0"/>
              <a:t>AI </a:t>
            </a:r>
            <a:r>
              <a:rPr lang="zh-CN" altLang="en-US" dirty="0"/>
              <a:t>辅助学习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9339F962-0DDF-92BC-3700-7DD0104CF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1862138"/>
            <a:ext cx="9144000" cy="2379662"/>
          </a:xfrm>
        </p:spPr>
        <p:txBody>
          <a:bodyPr/>
          <a:lstStyle/>
          <a:p>
            <a:pPr algn="l"/>
            <a:r>
              <a:rPr lang="zh-CN" altLang="en-US" dirty="0"/>
              <a:t>登录百度</a:t>
            </a:r>
            <a:r>
              <a:rPr lang="en-US" altLang="zh-CN" dirty="0"/>
              <a:t>ai</a:t>
            </a:r>
            <a:r>
              <a:rPr lang="zh-CN" altLang="en-US" dirty="0"/>
              <a:t>，在百度</a:t>
            </a:r>
            <a:r>
              <a:rPr lang="en-US" altLang="zh-CN" dirty="0"/>
              <a:t>ai</a:t>
            </a:r>
            <a:r>
              <a:rPr lang="zh-CN" altLang="en-US" dirty="0"/>
              <a:t>对话页面，上传</a:t>
            </a:r>
            <a:r>
              <a:rPr lang="en-US" altLang="zh-CN" dirty="0" err="1"/>
              <a:t>py</a:t>
            </a:r>
            <a:r>
              <a:rPr lang="zh-CN" altLang="en-US" dirty="0"/>
              <a:t>案例文件，在对话框中输入如下提示词（仅为示例，可按需修改）：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你是资深</a:t>
            </a:r>
            <a:r>
              <a:rPr lang="en-US" altLang="zh-CN" dirty="0"/>
              <a:t>python</a:t>
            </a:r>
            <a:r>
              <a:rPr lang="zh-CN" altLang="en-US" dirty="0"/>
              <a:t>程序员和高级讲师，解释上述代码的运行机理，进行逐行注释，对涉及到的知识点进行补充说明，解释要深入浅出符合高中生认知水平，每个知识点</a:t>
            </a:r>
            <a:r>
              <a:rPr lang="zh-CN" altLang="en-US" dirty="0" smtClean="0"/>
              <a:t>提供</a:t>
            </a:r>
            <a:r>
              <a:rPr lang="en-US" altLang="zh-CN" dirty="0" smtClean="0"/>
              <a:t>2-3</a:t>
            </a:r>
            <a:r>
              <a:rPr lang="zh-CN" altLang="en-US" dirty="0"/>
              <a:t>个巩固练习。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根据输出内容进行理解，并根据</a:t>
            </a:r>
            <a:r>
              <a:rPr lang="en-US" altLang="zh-CN" dirty="0"/>
              <a:t>ai</a:t>
            </a:r>
            <a:r>
              <a:rPr lang="zh-CN" altLang="en-US" dirty="0"/>
              <a:t>给出的练习要求进行调试。不明之处继续对话</a:t>
            </a:r>
            <a:r>
              <a:rPr lang="en-US" altLang="zh-CN" dirty="0"/>
              <a:t>ai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69150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73628" y="1175657"/>
            <a:ext cx="11040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练习：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在海龟编辑器里修改代码，绘制边长为</a:t>
            </a:r>
            <a:r>
              <a:rPr lang="en-US" altLang="zh-CN" dirty="0" smtClean="0"/>
              <a:t>50</a:t>
            </a:r>
            <a:r>
              <a:rPr lang="zh-CN" altLang="en-US" dirty="0" smtClean="0"/>
              <a:t>的</a:t>
            </a:r>
            <a:r>
              <a:rPr lang="en-US" altLang="zh-CN" dirty="0" smtClean="0"/>
              <a:t>4*4</a:t>
            </a:r>
            <a:r>
              <a:rPr lang="zh-CN" altLang="en-US" dirty="0" smtClean="0"/>
              <a:t>方格，运行程序，观察结果发现什么问题？如何解决？</a:t>
            </a:r>
            <a:endParaRPr lang="en-US" altLang="zh-CN" dirty="0" smtClean="0"/>
          </a:p>
          <a:p>
            <a:pPr marL="342900" indent="-342900">
              <a:buAutoNum type="arabicPeriod"/>
            </a:pP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如何修改移动路径，使的海龟可以相遇。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03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203</Words>
  <Application>Microsoft Office PowerPoint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AI辅助编程</vt:lpstr>
      <vt:lpstr>相遇问题</vt:lpstr>
      <vt:lpstr>AI 辅助学习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AI辅助编程</dc:title>
  <dc:creator>wenqian zhang</dc:creator>
  <cp:lastModifiedBy>lenovo</cp:lastModifiedBy>
  <cp:revision>7</cp:revision>
  <dcterms:created xsi:type="dcterms:W3CDTF">2025-12-17T08:41:24Z</dcterms:created>
  <dcterms:modified xsi:type="dcterms:W3CDTF">2025-12-17T10:05:27Z</dcterms:modified>
</cp:coreProperties>
</file>