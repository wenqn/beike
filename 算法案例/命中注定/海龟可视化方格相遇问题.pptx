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411" r:id="rId3"/>
    <p:sldId id="312" r:id="rId4"/>
    <p:sldId id="413" r:id="rId5"/>
    <p:sldId id="313" r:id="rId6"/>
    <p:sldId id="385" r:id="rId7"/>
    <p:sldId id="386" r:id="rId8"/>
    <p:sldId id="414" r:id="rId9"/>
    <p:sldId id="412" r:id="rId10"/>
    <p:sldId id="282" r:id="rId11"/>
    <p:sldId id="308" r:id="rId12"/>
    <p:sldId id="395" r:id="rId13"/>
    <p:sldId id="409" r:id="rId14"/>
    <p:sldId id="401" r:id="rId15"/>
    <p:sldId id="396" r:id="rId16"/>
    <p:sldId id="390" r:id="rId17"/>
    <p:sldId id="391" r:id="rId18"/>
    <p:sldId id="392" r:id="rId19"/>
    <p:sldId id="393" r:id="rId20"/>
    <p:sldId id="394" r:id="rId21"/>
    <p:sldId id="410" r:id="rId22"/>
  </p:sldIdLst>
  <p:sldSz cx="12190413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0">
          <p15:clr>
            <a:srgbClr val="A4A3A4"/>
          </p15:clr>
        </p15:guide>
        <p15:guide id="2" pos="39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9AAB"/>
    <a:srgbClr val="E7E7E7"/>
    <a:srgbClr val="C7DA3E"/>
    <a:srgbClr val="5E6672"/>
    <a:srgbClr val="5AC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 autoAdjust="0"/>
    <p:restoredTop sz="92263" autoAdjust="0"/>
  </p:normalViewPr>
  <p:slideViewPr>
    <p:cSldViewPr>
      <p:cViewPr varScale="1">
        <p:scale>
          <a:sx n="83" d="100"/>
          <a:sy n="83" d="100"/>
        </p:scale>
        <p:origin x="522" y="84"/>
      </p:cViewPr>
      <p:guideLst>
        <p:guide orient="horz" pos="2250"/>
        <p:guide pos="39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qian zhang" userId="c6b14e3d0a312bd3" providerId="LiveId" clId="{D980DB53-26CE-4E4F-A31B-941E81CED5F1}"/>
    <pc:docChg chg="modSld sldOrd">
      <pc:chgData name="wenqian zhang" userId="c6b14e3d0a312bd3" providerId="LiveId" clId="{D980DB53-26CE-4E4F-A31B-941E81CED5F1}" dt="2025-11-28T06:37:56.505" v="174" actId="20577"/>
      <pc:docMkLst>
        <pc:docMk/>
      </pc:docMkLst>
      <pc:sldChg chg="modSp mod ord modAnim">
        <pc:chgData name="wenqian zhang" userId="c6b14e3d0a312bd3" providerId="LiveId" clId="{D980DB53-26CE-4E4F-A31B-941E81CED5F1}" dt="2025-11-28T06:37:26.172" v="149" actId="20577"/>
        <pc:sldMkLst>
          <pc:docMk/>
          <pc:sldMk cId="0" sldId="385"/>
        </pc:sldMkLst>
        <pc:spChg chg="mod">
          <ac:chgData name="wenqian zhang" userId="c6b14e3d0a312bd3" providerId="LiveId" clId="{D980DB53-26CE-4E4F-A31B-941E81CED5F1}" dt="2025-11-28T06:37:26.172" v="149" actId="20577"/>
          <ac:spMkLst>
            <pc:docMk/>
            <pc:sldMk cId="0" sldId="385"/>
            <ac:spMk id="2" creationId="{00000000-0000-0000-0000-000000000000}"/>
          </ac:spMkLst>
        </pc:spChg>
      </pc:sldChg>
      <pc:sldChg chg="modSp mod">
        <pc:chgData name="wenqian zhang" userId="c6b14e3d0a312bd3" providerId="LiveId" clId="{D980DB53-26CE-4E4F-A31B-941E81CED5F1}" dt="2025-11-28T06:37:56.505" v="174" actId="20577"/>
        <pc:sldMkLst>
          <pc:docMk/>
          <pc:sldMk cId="0" sldId="386"/>
        </pc:sldMkLst>
        <pc:spChg chg="mod">
          <ac:chgData name="wenqian zhang" userId="c6b14e3d0a312bd3" providerId="LiveId" clId="{D980DB53-26CE-4E4F-A31B-941E81CED5F1}" dt="2025-11-28T06:29:27.190" v="11" actId="14100"/>
          <ac:spMkLst>
            <pc:docMk/>
            <pc:sldMk cId="0" sldId="386"/>
            <ac:spMk id="2" creationId="{00000000-0000-0000-0000-000000000000}"/>
          </ac:spMkLst>
        </pc:spChg>
        <pc:spChg chg="mod">
          <ac:chgData name="wenqian zhang" userId="c6b14e3d0a312bd3" providerId="LiveId" clId="{D980DB53-26CE-4E4F-A31B-941E81CED5F1}" dt="2025-11-28T06:37:56.505" v="174" actId="20577"/>
          <ac:spMkLst>
            <pc:docMk/>
            <pc:sldMk cId="0" sldId="386"/>
            <ac:spMk id="17" creationId="{00000000-0000-0000-0000-000000000000}"/>
          </ac:spMkLst>
        </pc:spChg>
      </pc:sldChg>
      <pc:sldChg chg="addSp modSp mod modAnim">
        <pc:chgData name="wenqian zhang" userId="c6b14e3d0a312bd3" providerId="LiveId" clId="{D980DB53-26CE-4E4F-A31B-941E81CED5F1}" dt="2025-11-28T06:27:47.699" v="8" actId="1076"/>
        <pc:sldMkLst>
          <pc:docMk/>
          <pc:sldMk cId="1661180000" sldId="411"/>
        </pc:sldMkLst>
        <pc:spChg chg="add mod">
          <ac:chgData name="wenqian zhang" userId="c6b14e3d0a312bd3" providerId="LiveId" clId="{D980DB53-26CE-4E4F-A31B-941E81CED5F1}" dt="2025-11-28T06:27:40.387" v="7" actId="1076"/>
          <ac:spMkLst>
            <pc:docMk/>
            <pc:sldMk cId="1661180000" sldId="411"/>
            <ac:spMk id="8" creationId="{D6F22D97-3F54-F045-6599-F50BA898DCFA}"/>
          </ac:spMkLst>
        </pc:spChg>
        <pc:spChg chg="add mod">
          <ac:chgData name="wenqian zhang" userId="c6b14e3d0a312bd3" providerId="LiveId" clId="{D980DB53-26CE-4E4F-A31B-941E81CED5F1}" dt="2025-11-28T06:27:47.699" v="8" actId="1076"/>
          <ac:spMkLst>
            <pc:docMk/>
            <pc:sldMk cId="1661180000" sldId="411"/>
            <ac:spMk id="9" creationId="{C9B7BE59-F76D-6D00-920E-D3AFFCA756C7}"/>
          </ac:spMkLst>
        </pc:spChg>
      </pc:sldChg>
      <pc:sldChg chg="ord">
        <pc:chgData name="wenqian zhang" userId="c6b14e3d0a312bd3" providerId="LiveId" clId="{D980DB53-26CE-4E4F-A31B-941E81CED5F1}" dt="2025-11-28T06:26:26.547" v="3"/>
        <pc:sldMkLst>
          <pc:docMk/>
          <pc:sldMk cId="1081223330" sldId="413"/>
        </pc:sldMkLst>
      </pc:sldChg>
    </pc:docChg>
  </pc:docChgLst>
  <pc:docChgLst>
    <pc:chgData name="wenqian zhang" userId="c6b14e3d0a312bd3" providerId="LiveId" clId="{D2383434-E81B-465E-85D9-1CAE037B1B98}"/>
    <pc:docChg chg="undo custSel addSld modSld sldOrd">
      <pc:chgData name="wenqian zhang" userId="c6b14e3d0a312bd3" providerId="LiveId" clId="{D2383434-E81B-465E-85D9-1CAE037B1B98}" dt="2025-11-25T18:44:49.105" v="1163"/>
      <pc:docMkLst>
        <pc:docMk/>
      </pc:docMkLst>
      <pc:sldChg chg="modSp mod">
        <pc:chgData name="wenqian zhang" userId="c6b14e3d0a312bd3" providerId="LiveId" clId="{D2383434-E81B-465E-85D9-1CAE037B1B98}" dt="2025-11-25T17:19:31.129" v="61" actId="20577"/>
        <pc:sldMkLst>
          <pc:docMk/>
          <pc:sldMk cId="0" sldId="256"/>
        </pc:sldMkLst>
        <pc:spChg chg="mod">
          <ac:chgData name="wenqian zhang" userId="c6b14e3d0a312bd3" providerId="LiveId" clId="{D2383434-E81B-465E-85D9-1CAE037B1B98}" dt="2025-11-25T17:19:02.918" v="26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wenqian zhang" userId="c6b14e3d0a312bd3" providerId="LiveId" clId="{D2383434-E81B-465E-85D9-1CAE037B1B98}" dt="2025-11-25T17:19:31.129" v="61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wenqian zhang" userId="c6b14e3d0a312bd3" providerId="LiveId" clId="{D2383434-E81B-465E-85D9-1CAE037B1B98}" dt="2025-11-25T17:19:12.909" v="32" actId="20577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 ord">
        <pc:chgData name="wenqian zhang" userId="c6b14e3d0a312bd3" providerId="LiveId" clId="{D2383434-E81B-465E-85D9-1CAE037B1B98}" dt="2025-11-25T18:44:49.105" v="1163"/>
        <pc:sldMkLst>
          <pc:docMk/>
          <pc:sldMk cId="0" sldId="312"/>
        </pc:sldMkLst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3" creationId="{48CAB48F-5F2A-95FC-9116-036974EE3546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4" creationId="{6345DD9E-935D-D5B9-8867-99B1DF294393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5" creationId="{74DD8D1C-41D5-8381-8F20-7D6EE434AAEC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6" creationId="{640AAD0B-625E-B6CC-E08E-1FB6D7CA8FEF}"/>
          </ac:spMkLst>
        </pc:spChg>
        <pc:spChg chg="mod">
          <ac:chgData name="wenqian zhang" userId="c6b14e3d0a312bd3" providerId="LiveId" clId="{D2383434-E81B-465E-85D9-1CAE037B1B98}" dt="2025-11-25T17:34:54.298" v="402" actId="14100"/>
          <ac:spMkLst>
            <pc:docMk/>
            <pc:sldMk cId="0" sldId="312"/>
            <ac:spMk id="7" creationId="{00000000-0000-0000-0000-000000000000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8" creationId="{0902A7A6-84DA-0C4E-FFD8-BC2E4395A071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9" creationId="{C4038F4E-2364-C178-FA7F-FD5D6C4EF050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10" creationId="{9A290EAE-A027-5A68-D7F3-C3CC62FF8B88}"/>
          </ac:spMkLst>
        </pc:spChg>
        <pc:spChg chg="add mod">
          <ac:chgData name="wenqian zhang" userId="c6b14e3d0a312bd3" providerId="LiveId" clId="{D2383434-E81B-465E-85D9-1CAE037B1B98}" dt="2025-11-25T17:25:00.586" v="269" actId="207"/>
          <ac:spMkLst>
            <pc:docMk/>
            <pc:sldMk cId="0" sldId="312"/>
            <ac:spMk id="11" creationId="{F7AC2DC5-75C3-C7B9-1335-252532F0216B}"/>
          </ac:spMkLst>
        </pc:spChg>
        <pc:spChg chg="add mod">
          <ac:chgData name="wenqian zhang" userId="c6b14e3d0a312bd3" providerId="LiveId" clId="{D2383434-E81B-465E-85D9-1CAE037B1B98}" dt="2025-11-25T17:25:08.227" v="272" actId="1036"/>
          <ac:spMkLst>
            <pc:docMk/>
            <pc:sldMk cId="0" sldId="312"/>
            <ac:spMk id="12" creationId="{70E8C00A-7C18-91C7-C90B-47156E73BF2C}"/>
          </ac:spMkLst>
        </pc:spChg>
        <pc:spChg chg="add mod">
          <ac:chgData name="wenqian zhang" userId="c6b14e3d0a312bd3" providerId="LiveId" clId="{D2383434-E81B-465E-85D9-1CAE037B1B98}" dt="2025-11-25T17:34:46.704" v="399" actId="1076"/>
          <ac:spMkLst>
            <pc:docMk/>
            <pc:sldMk cId="0" sldId="312"/>
            <ac:spMk id="14" creationId="{279320C6-9082-B552-161F-D48C10D4D592}"/>
          </ac:spMkLst>
        </pc:spChg>
        <pc:spChg chg="add mod">
          <ac:chgData name="wenqian zhang" userId="c6b14e3d0a312bd3" providerId="LiveId" clId="{D2383434-E81B-465E-85D9-1CAE037B1B98}" dt="2025-11-25T17:34:48.574" v="400" actId="1076"/>
          <ac:spMkLst>
            <pc:docMk/>
            <pc:sldMk cId="0" sldId="312"/>
            <ac:spMk id="15" creationId="{934AA587-78D4-C581-8EEF-FC90D4307FC8}"/>
          </ac:spMkLst>
        </pc:spChg>
        <pc:spChg chg="add mod">
          <ac:chgData name="wenqian zhang" userId="c6b14e3d0a312bd3" providerId="LiveId" clId="{D2383434-E81B-465E-85D9-1CAE037B1B98}" dt="2025-11-25T17:35:04.784" v="427" actId="20577"/>
          <ac:spMkLst>
            <pc:docMk/>
            <pc:sldMk cId="0" sldId="312"/>
            <ac:spMk id="16" creationId="{33BDD423-3563-BAC5-EBF1-B19DD30B8AE7}"/>
          </ac:spMkLst>
        </pc:spChg>
        <pc:grpChg chg="add mod">
          <ac:chgData name="wenqian zhang" userId="c6b14e3d0a312bd3" providerId="LiveId" clId="{D2383434-E81B-465E-85D9-1CAE037B1B98}" dt="2025-11-25T17:34:44.900" v="398" actId="1076"/>
          <ac:grpSpMkLst>
            <pc:docMk/>
            <pc:sldMk cId="0" sldId="312"/>
            <ac:grpSpMk id="13" creationId="{372753BF-B5AB-6C3A-7647-668A3C42E3EE}"/>
          </ac:grpSpMkLst>
        </pc:grpChg>
      </pc:sldChg>
      <pc:sldChg chg="addSp delSp modSp mod modAnim">
        <pc:chgData name="wenqian zhang" userId="c6b14e3d0a312bd3" providerId="LiveId" clId="{D2383434-E81B-465E-85D9-1CAE037B1B98}" dt="2025-11-25T17:31:51.839" v="395"/>
        <pc:sldMkLst>
          <pc:docMk/>
          <pc:sldMk cId="0" sldId="313"/>
        </pc:sldMkLst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0" creationId="{15D1F0DE-68EE-1D6A-318A-CF2B14333530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1" creationId="{FE8CBFD9-860D-767E-2DA6-4F35024D4B33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2" creationId="{3678B56A-C236-3E5B-C7F4-BD6A022D4ECD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3" creationId="{040FF55A-8DEA-EC1C-1B77-11090D4569FB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4" creationId="{F1ECE2C9-4AB4-32F4-ACC5-E6C0381F108A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5" creationId="{1C7FA37B-261E-8D26-7D2F-B02E7A853496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6" creationId="{061D7A05-FA0A-E45F-9A0D-FFC1593228CC}"/>
          </ac:spMkLst>
        </pc:spChg>
        <pc:spChg chg="mod">
          <ac:chgData name="wenqian zhang" userId="c6b14e3d0a312bd3" providerId="LiveId" clId="{D2383434-E81B-465E-85D9-1CAE037B1B98}" dt="2025-11-25T17:27:38.045" v="354" actId="20577"/>
          <ac:spMkLst>
            <pc:docMk/>
            <pc:sldMk cId="0" sldId="313"/>
            <ac:spMk id="17" creationId="{00000000-0000-0000-0000-000000000000}"/>
          </ac:spMkLst>
        </pc:spChg>
        <pc:spChg chg="mod">
          <ac:chgData name="wenqian zhang" userId="c6b14e3d0a312bd3" providerId="LiveId" clId="{D2383434-E81B-465E-85D9-1CAE037B1B98}" dt="2025-11-25T17:27:21.409" v="330" actId="1035"/>
          <ac:spMkLst>
            <pc:docMk/>
            <pc:sldMk cId="0" sldId="313"/>
            <ac:spMk id="18" creationId="{CFBC133E-7F7F-D2E4-C2FF-1D0CCC5580AE}"/>
          </ac:spMkLst>
        </pc:spChg>
        <pc:spChg chg="mod">
          <ac:chgData name="wenqian zhang" userId="c6b14e3d0a312bd3" providerId="LiveId" clId="{D2383434-E81B-465E-85D9-1CAE037B1B98}" dt="2025-11-25T17:26:28.729" v="285"/>
          <ac:spMkLst>
            <pc:docMk/>
            <pc:sldMk cId="0" sldId="313"/>
            <ac:spMk id="19" creationId="{987A8A44-2024-3274-40C8-622CCFAC15B5}"/>
          </ac:spMkLst>
        </pc:spChg>
        <pc:spChg chg="add mod">
          <ac:chgData name="wenqian zhang" userId="c6b14e3d0a312bd3" providerId="LiveId" clId="{D2383434-E81B-465E-85D9-1CAE037B1B98}" dt="2025-11-25T17:27:56.857" v="361" actId="1076"/>
          <ac:spMkLst>
            <pc:docMk/>
            <pc:sldMk cId="0" sldId="313"/>
            <ac:spMk id="21" creationId="{2117CDD2-CF73-5945-F48E-9E32B7684754}"/>
          </ac:spMkLst>
        </pc:spChg>
        <pc:spChg chg="add mod">
          <ac:chgData name="wenqian zhang" userId="c6b14e3d0a312bd3" providerId="LiveId" clId="{D2383434-E81B-465E-85D9-1CAE037B1B98}" dt="2025-11-25T17:28:33.056" v="369" actId="20577"/>
          <ac:spMkLst>
            <pc:docMk/>
            <pc:sldMk cId="0" sldId="313"/>
            <ac:spMk id="22" creationId="{A85101DE-3FB3-FD32-3D9F-7691EEC9195F}"/>
          </ac:spMkLst>
        </pc:spChg>
        <pc:spChg chg="add mod">
          <ac:chgData name="wenqian zhang" userId="c6b14e3d0a312bd3" providerId="LiveId" clId="{D2383434-E81B-465E-85D9-1CAE037B1B98}" dt="2025-11-25T17:28:11.887" v="365" actId="20577"/>
          <ac:spMkLst>
            <pc:docMk/>
            <pc:sldMk cId="0" sldId="313"/>
            <ac:spMk id="23" creationId="{F042425A-AFCD-E5A9-41AF-AADDA576A68D}"/>
          </ac:spMkLst>
        </pc:spChg>
        <pc:spChg chg="add mod">
          <ac:chgData name="wenqian zhang" userId="c6b14e3d0a312bd3" providerId="LiveId" clId="{D2383434-E81B-465E-85D9-1CAE037B1B98}" dt="2025-11-25T17:28:22.475" v="367" actId="20577"/>
          <ac:spMkLst>
            <pc:docMk/>
            <pc:sldMk cId="0" sldId="313"/>
            <ac:spMk id="24" creationId="{15780E16-5C01-9DBB-9AE7-F43885065FD5}"/>
          </ac:spMkLst>
        </pc:spChg>
        <pc:spChg chg="add mod">
          <ac:chgData name="wenqian zhang" userId="c6b14e3d0a312bd3" providerId="LiveId" clId="{D2383434-E81B-465E-85D9-1CAE037B1B98}" dt="2025-11-25T17:28:57.977" v="372" actId="1076"/>
          <ac:spMkLst>
            <pc:docMk/>
            <pc:sldMk cId="0" sldId="313"/>
            <ac:spMk id="25" creationId="{A80B808C-63A2-FD0B-4879-E3AFD34DBD76}"/>
          </ac:spMkLst>
        </pc:spChg>
        <pc:spChg chg="add mod">
          <ac:chgData name="wenqian zhang" userId="c6b14e3d0a312bd3" providerId="LiveId" clId="{D2383434-E81B-465E-85D9-1CAE037B1B98}" dt="2025-11-25T17:28:53.798" v="371" actId="1076"/>
          <ac:spMkLst>
            <pc:docMk/>
            <pc:sldMk cId="0" sldId="313"/>
            <ac:spMk id="26" creationId="{3D54574E-4BDF-4DD0-ADCA-826EFBF12602}"/>
          </ac:spMkLst>
        </pc:spChg>
        <pc:spChg chg="add mod">
          <ac:chgData name="wenqian zhang" userId="c6b14e3d0a312bd3" providerId="LiveId" clId="{D2383434-E81B-465E-85D9-1CAE037B1B98}" dt="2025-11-25T17:30:58.951" v="384" actId="20577"/>
          <ac:spMkLst>
            <pc:docMk/>
            <pc:sldMk cId="0" sldId="313"/>
            <ac:spMk id="27" creationId="{0EA15A3B-4119-6F53-E593-B382C8F58854}"/>
          </ac:spMkLst>
        </pc:spChg>
        <pc:grpChg chg="add mod">
          <ac:chgData name="wenqian zhang" userId="c6b14e3d0a312bd3" providerId="LiveId" clId="{D2383434-E81B-465E-85D9-1CAE037B1B98}" dt="2025-11-25T17:30:06.151" v="375" actId="1076"/>
          <ac:grpSpMkLst>
            <pc:docMk/>
            <pc:sldMk cId="0" sldId="313"/>
            <ac:grpSpMk id="9" creationId="{69CF60E4-2BEA-1590-4999-11BA3ECACD57}"/>
          </ac:grpSpMkLst>
        </pc:grpChg>
        <pc:cxnChg chg="add mod">
          <ac:chgData name="wenqian zhang" userId="c6b14e3d0a312bd3" providerId="LiveId" clId="{D2383434-E81B-465E-85D9-1CAE037B1B98}" dt="2025-11-25T17:26:18.319" v="284" actId="1076"/>
          <ac:cxnSpMkLst>
            <pc:docMk/>
            <pc:sldMk cId="0" sldId="313"/>
            <ac:cxnSpMk id="4" creationId="{179AE77F-311F-C7ED-A0BF-C655182DBB31}"/>
          </ac:cxnSpMkLst>
        </pc:cxnChg>
        <pc:cxnChg chg="add mod">
          <ac:chgData name="wenqian zhang" userId="c6b14e3d0a312bd3" providerId="LiveId" clId="{D2383434-E81B-465E-85D9-1CAE037B1B98}" dt="2025-11-25T17:26:39.160" v="287" actId="14100"/>
          <ac:cxnSpMkLst>
            <pc:docMk/>
            <pc:sldMk cId="0" sldId="313"/>
            <ac:cxnSpMk id="5" creationId="{85A70D60-EF96-4D20-DEB5-0651A4D4EA23}"/>
          </ac:cxnSpMkLst>
        </pc:cxnChg>
      </pc:sldChg>
      <pc:sldChg chg="addSp delSp modSp mod ord modAnim">
        <pc:chgData name="wenqian zhang" userId="c6b14e3d0a312bd3" providerId="LiveId" clId="{D2383434-E81B-465E-85D9-1CAE037B1B98}" dt="2025-11-25T18:22:10.300" v="1059" actId="255"/>
        <pc:sldMkLst>
          <pc:docMk/>
          <pc:sldMk cId="0" sldId="385"/>
        </pc:sldMkLst>
        <pc:spChg chg="mod">
          <ac:chgData name="wenqian zhang" userId="c6b14e3d0a312bd3" providerId="LiveId" clId="{D2383434-E81B-465E-85D9-1CAE037B1B98}" dt="2025-11-25T18:22:10.300" v="1059" actId="255"/>
          <ac:spMkLst>
            <pc:docMk/>
            <pc:sldMk cId="0" sldId="385"/>
            <ac:spMk id="2" creationId="{00000000-0000-0000-0000-000000000000}"/>
          </ac:spMkLst>
        </pc:spChg>
        <pc:spChg chg="mod">
          <ac:chgData name="wenqian zhang" userId="c6b14e3d0a312bd3" providerId="LiveId" clId="{D2383434-E81B-465E-85D9-1CAE037B1B98}" dt="2025-11-25T17:47:39.962" v="603" actId="20577"/>
          <ac:spMkLst>
            <pc:docMk/>
            <pc:sldMk cId="0" sldId="385"/>
            <ac:spMk id="17" creationId="{00000000-0000-0000-0000-000000000000}"/>
          </ac:spMkLst>
        </pc:spChg>
      </pc:sldChg>
      <pc:sldChg chg="addSp delSp modSp mod ord">
        <pc:chgData name="wenqian zhang" userId="c6b14e3d0a312bd3" providerId="LiveId" clId="{D2383434-E81B-465E-85D9-1CAE037B1B98}" dt="2025-11-25T18:11:27.019" v="1043"/>
        <pc:sldMkLst>
          <pc:docMk/>
          <pc:sldMk cId="0" sldId="386"/>
        </pc:sldMkLst>
        <pc:spChg chg="mod">
          <ac:chgData name="wenqian zhang" userId="c6b14e3d0a312bd3" providerId="LiveId" clId="{D2383434-E81B-465E-85D9-1CAE037B1B98}" dt="2025-11-25T18:11:27.019" v="1043"/>
          <ac:spMkLst>
            <pc:docMk/>
            <pc:sldMk cId="0" sldId="386"/>
            <ac:spMk id="2" creationId="{00000000-0000-0000-0000-000000000000}"/>
          </ac:spMkLst>
        </pc:spChg>
        <pc:spChg chg="add del mod">
          <ac:chgData name="wenqian zhang" userId="c6b14e3d0a312bd3" providerId="LiveId" clId="{D2383434-E81B-465E-85D9-1CAE037B1B98}" dt="2025-11-25T17:37:47.158" v="510" actId="20577"/>
          <ac:spMkLst>
            <pc:docMk/>
            <pc:sldMk cId="0" sldId="386"/>
            <ac:spMk id="17" creationId="{00000000-0000-0000-0000-000000000000}"/>
          </ac:spMkLst>
        </pc:spChg>
      </pc:sldChg>
      <pc:sldChg chg="addSp delSp modSp new mod ord">
        <pc:chgData name="wenqian zhang" userId="c6b14e3d0a312bd3" providerId="LiveId" clId="{D2383434-E81B-465E-85D9-1CAE037B1B98}" dt="2025-11-25T18:39:39.752" v="1108" actId="1076"/>
        <pc:sldMkLst>
          <pc:docMk/>
          <pc:sldMk cId="1661180000" sldId="411"/>
        </pc:sldMkLst>
        <pc:spChg chg="mod">
          <ac:chgData name="wenqian zhang" userId="c6b14e3d0a312bd3" providerId="LiveId" clId="{D2383434-E81B-465E-85D9-1CAE037B1B98}" dt="2025-11-25T18:01:29.367" v="1041"/>
          <ac:spMkLst>
            <pc:docMk/>
            <pc:sldMk cId="1661180000" sldId="411"/>
            <ac:spMk id="3" creationId="{3F68AF26-DED5-3A97-42CA-33881B9BBFF3}"/>
          </ac:spMkLst>
        </pc:spChg>
        <pc:spChg chg="mod">
          <ac:chgData name="wenqian zhang" userId="c6b14e3d0a312bd3" providerId="LiveId" clId="{D2383434-E81B-465E-85D9-1CAE037B1B98}" dt="2025-11-25T18:01:29.367" v="1041"/>
          <ac:spMkLst>
            <pc:docMk/>
            <pc:sldMk cId="1661180000" sldId="411"/>
            <ac:spMk id="4" creationId="{215D5A03-4E20-E171-9E0F-FF98928FCEE4}"/>
          </ac:spMkLst>
        </pc:spChg>
        <pc:spChg chg="add mod">
          <ac:chgData name="wenqian zhang" userId="c6b14e3d0a312bd3" providerId="LiveId" clId="{D2383434-E81B-465E-85D9-1CAE037B1B98}" dt="2025-11-25T18:01:29.367" v="1041"/>
          <ac:spMkLst>
            <pc:docMk/>
            <pc:sldMk cId="1661180000" sldId="411"/>
            <ac:spMk id="5" creationId="{4E080009-016E-B10C-A3BD-BF7C35560635}"/>
          </ac:spMkLst>
        </pc:spChg>
        <pc:spChg chg="add mod">
          <ac:chgData name="wenqian zhang" userId="c6b14e3d0a312bd3" providerId="LiveId" clId="{D2383434-E81B-465E-85D9-1CAE037B1B98}" dt="2025-11-25T18:01:29.367" v="1041"/>
          <ac:spMkLst>
            <pc:docMk/>
            <pc:sldMk cId="1661180000" sldId="411"/>
            <ac:spMk id="6" creationId="{2455F5DD-0A56-7CAE-201A-004249676FDB}"/>
          </ac:spMkLst>
        </pc:spChg>
        <pc:spChg chg="add mod">
          <ac:chgData name="wenqian zhang" userId="c6b14e3d0a312bd3" providerId="LiveId" clId="{D2383434-E81B-465E-85D9-1CAE037B1B98}" dt="2025-11-25T18:39:38.272" v="1107" actId="1076"/>
          <ac:spMkLst>
            <pc:docMk/>
            <pc:sldMk cId="1661180000" sldId="411"/>
            <ac:spMk id="7" creationId="{581251A7-6A1F-A441-B1C9-AD15CE484D28}"/>
          </ac:spMkLst>
        </pc:spChg>
        <pc:grpChg chg="add mod">
          <ac:chgData name="wenqian zhang" userId="c6b14e3d0a312bd3" providerId="LiveId" clId="{D2383434-E81B-465E-85D9-1CAE037B1B98}" dt="2025-11-25T18:01:29.367" v="1041"/>
          <ac:grpSpMkLst>
            <pc:docMk/>
            <pc:sldMk cId="1661180000" sldId="411"/>
            <ac:grpSpMk id="2" creationId="{4791488D-ED9C-FCBD-C786-510C61D9D81F}"/>
          </ac:grpSpMkLst>
        </pc:grpChg>
        <pc:picChg chg="add mod">
          <ac:chgData name="wenqian zhang" userId="c6b14e3d0a312bd3" providerId="LiveId" clId="{D2383434-E81B-465E-85D9-1CAE037B1B98}" dt="2025-11-25T18:39:39.752" v="1108" actId="1076"/>
          <ac:picMkLst>
            <pc:docMk/>
            <pc:sldMk cId="1661180000" sldId="411"/>
            <ac:picMk id="19" creationId="{28F0F21A-81C3-433E-598C-8D9BEB423347}"/>
          </ac:picMkLst>
        </pc:picChg>
      </pc:sldChg>
      <pc:sldChg chg="addSp modSp add mod">
        <pc:chgData name="wenqian zhang" userId="c6b14e3d0a312bd3" providerId="LiveId" clId="{D2383434-E81B-465E-85D9-1CAE037B1B98}" dt="2025-11-25T18:22:16.919" v="1060" actId="20577"/>
        <pc:sldMkLst>
          <pc:docMk/>
          <pc:sldMk cId="611357205" sldId="412"/>
        </pc:sldMkLst>
        <pc:spChg chg="add mod">
          <ac:chgData name="wenqian zhang" userId="c6b14e3d0a312bd3" providerId="LiveId" clId="{D2383434-E81B-465E-85D9-1CAE037B1B98}" dt="2025-11-25T18:22:16.919" v="1060" actId="20577"/>
          <ac:spMkLst>
            <pc:docMk/>
            <pc:sldMk cId="611357205" sldId="412"/>
            <ac:spMk id="8" creationId="{77780790-7DCB-0DED-D139-EF9A061F6A2A}"/>
          </ac:spMkLst>
        </pc:spChg>
      </pc:sldChg>
      <pc:sldChg chg="addSp modSp add mod ord">
        <pc:chgData name="wenqian zhang" userId="c6b14e3d0a312bd3" providerId="LiveId" clId="{D2383434-E81B-465E-85D9-1CAE037B1B98}" dt="2025-11-25T18:44:21.654" v="1161" actId="1076"/>
        <pc:sldMkLst>
          <pc:docMk/>
          <pc:sldMk cId="1081223330" sldId="413"/>
        </pc:sldMkLst>
        <pc:spChg chg="add mod">
          <ac:chgData name="wenqian zhang" userId="c6b14e3d0a312bd3" providerId="LiveId" clId="{D2383434-E81B-465E-85D9-1CAE037B1B98}" dt="2025-11-25T18:43:31.670" v="1148" actId="1076"/>
          <ac:spMkLst>
            <pc:docMk/>
            <pc:sldMk cId="1081223330" sldId="413"/>
            <ac:spMk id="7" creationId="{EB337CD9-CBFF-83A0-6C6A-0D370463F2F2}"/>
          </ac:spMkLst>
        </pc:spChg>
        <pc:spChg chg="add mod">
          <ac:chgData name="wenqian zhang" userId="c6b14e3d0a312bd3" providerId="LiveId" clId="{D2383434-E81B-465E-85D9-1CAE037B1B98}" dt="2025-11-25T18:44:21.654" v="1161" actId="1076"/>
          <ac:spMkLst>
            <pc:docMk/>
            <pc:sldMk cId="1081223330" sldId="413"/>
            <ac:spMk id="9" creationId="{A8617F08-E289-9213-4118-700B76D212D3}"/>
          </ac:spMkLst>
        </pc:spChg>
      </pc:sldChg>
      <pc:sldChg chg="add">
        <pc:chgData name="wenqian zhang" userId="c6b14e3d0a312bd3" providerId="LiveId" clId="{D2383434-E81B-465E-85D9-1CAE037B1B98}" dt="2025-11-25T18:38:45.390" v="1104" actId="2890"/>
        <pc:sldMkLst>
          <pc:docMk/>
          <pc:sldMk cId="3229032167" sldId="4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29" y="1143000"/>
            <a:ext cx="548554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数据项不需要具有相同的类型，不同数据项用逗号分隔</a:t>
            </a:r>
          </a:p>
          <a:p>
            <a:r>
              <a:rPr lang="zh-CN" altLang="en-US"/>
              <a:t>列表中不保存表头信息，所以列表中的数据项要人为规定好排列顺序。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352518" y="6381328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0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Ef4y1m7qz?t=53.8" TargetMode="External"/><Relationship Id="rId2" Type="http://schemas.openxmlformats.org/officeDocument/2006/relationships/hyperlink" Target="https://www.bilibili.com/video/BV14KvTe1EdF/?spm_id_from=333.337.search-card.all.click&amp;vd_source=05d25154a73d716cf399d645cfc0ea2a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wJ411y7DS?t=181.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Ef4y1m7qz?t=53.8" TargetMode="External"/><Relationship Id="rId2" Type="http://schemas.openxmlformats.org/officeDocument/2006/relationships/hyperlink" Target="https://www.bilibili.com/video/BV14KvTe1EdF/?spm_id_from=333.337.search-card.all.click&amp;vd_source=05d25154a73d716cf399d645cfc0ea2a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Ef4y1m7qz?t=53.8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44880"/>
            <a:ext cx="12192000" cy="6858000"/>
          </a:xfrm>
          <a:prstGeom prst="rect">
            <a:avLst/>
          </a:prstGeom>
        </p:spPr>
      </p:pic>
      <p:sp>
        <p:nvSpPr>
          <p:cNvPr id="13" name="任意多边形: 形状 11"/>
          <p:cNvSpPr/>
          <p:nvPr/>
        </p:nvSpPr>
        <p:spPr>
          <a:xfrm flipH="1">
            <a:off x="0" y="1828383"/>
            <a:ext cx="255181" cy="3211033"/>
          </a:xfrm>
          <a:custGeom>
            <a:avLst/>
            <a:gdLst>
              <a:gd name="connsiteX0" fmla="*/ 85062 w 255181"/>
              <a:gd name="connsiteY0" fmla="*/ 0 h 3211033"/>
              <a:gd name="connsiteX1" fmla="*/ 255181 w 255181"/>
              <a:gd name="connsiteY1" fmla="*/ 0 h 3211033"/>
              <a:gd name="connsiteX2" fmla="*/ 255181 w 255181"/>
              <a:gd name="connsiteY2" fmla="*/ 3211033 h 3211033"/>
              <a:gd name="connsiteX3" fmla="*/ 85062 w 255181"/>
              <a:gd name="connsiteY3" fmla="*/ 3211033 h 3211033"/>
              <a:gd name="connsiteX4" fmla="*/ 0 w 255181"/>
              <a:gd name="connsiteY4" fmla="*/ 3125971 h 3211033"/>
              <a:gd name="connsiteX5" fmla="*/ 0 w 255181"/>
              <a:gd name="connsiteY5" fmla="*/ 85062 h 3211033"/>
              <a:gd name="connsiteX6" fmla="*/ 85062 w 255181"/>
              <a:gd name="connsiteY6" fmla="*/ 0 h 32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5181" h="3211033">
                <a:moveTo>
                  <a:pt x="85062" y="0"/>
                </a:moveTo>
                <a:lnTo>
                  <a:pt x="255181" y="0"/>
                </a:lnTo>
                <a:lnTo>
                  <a:pt x="255181" y="3211033"/>
                </a:lnTo>
                <a:lnTo>
                  <a:pt x="85062" y="3211033"/>
                </a:lnTo>
                <a:cubicBezTo>
                  <a:pt x="38084" y="3211033"/>
                  <a:pt x="0" y="3172949"/>
                  <a:pt x="0" y="3125971"/>
                </a:cubicBezTo>
                <a:lnTo>
                  <a:pt x="0" y="85062"/>
                </a:lnTo>
                <a:cubicBezTo>
                  <a:pt x="0" y="38084"/>
                  <a:pt x="38084" y="0"/>
                  <a:pt x="85062" y="0"/>
                </a:cubicBezTo>
                <a:close/>
              </a:path>
            </a:pathLst>
          </a:custGeom>
          <a:solidFill>
            <a:srgbClr val="049A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2862" y="2530608"/>
            <a:ext cx="7404141" cy="9036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4800" dirty="0">
                <a:solidFill>
                  <a:srgbClr val="049AAB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算法案例</a:t>
            </a:r>
            <a:r>
              <a:rPr lang="en-US" altLang="zh-CN" sz="4800" dirty="0">
                <a:solidFill>
                  <a:srgbClr val="049AAB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——</a:t>
            </a:r>
            <a:r>
              <a:rPr lang="zh-CN" altLang="en-US" sz="4800" dirty="0">
                <a:solidFill>
                  <a:srgbClr val="049AAB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命中注定</a:t>
            </a:r>
            <a:endParaRPr lang="en-US" altLang="zh-CN" sz="4800" dirty="0">
              <a:solidFill>
                <a:srgbClr val="049AAB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6" name="文本框 36"/>
          <p:cNvSpPr txBox="1"/>
          <p:nvPr/>
        </p:nvSpPr>
        <p:spPr>
          <a:xfrm>
            <a:off x="979863" y="3503938"/>
            <a:ext cx="5663730" cy="28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教科版 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《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数据与计算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》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第二单元 编程计算  第四单元问题解决</a:t>
            </a:r>
            <a:endParaRPr lang="en-US" altLang="zh-CN" sz="12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57717" y="4005064"/>
            <a:ext cx="3857183" cy="525244"/>
            <a:chOff x="3189514" y="4666399"/>
            <a:chExt cx="2184400" cy="505267"/>
          </a:xfrm>
        </p:grpSpPr>
        <p:sp>
          <p:nvSpPr>
            <p:cNvPr id="18" name="矩形 17"/>
            <p:cNvSpPr/>
            <p:nvPr/>
          </p:nvSpPr>
          <p:spPr>
            <a:xfrm>
              <a:off x="3270410" y="4710146"/>
              <a:ext cx="2027304" cy="34899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时间：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2025.11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圆角矩形 35"/>
            <p:cNvSpPr/>
            <p:nvPr/>
          </p:nvSpPr>
          <p:spPr>
            <a:xfrm>
              <a:off x="3189514" y="4666399"/>
              <a:ext cx="2184400" cy="505267"/>
            </a:xfrm>
            <a:prstGeom prst="roundRect">
              <a:avLst>
                <a:gd name="adj" fmla="val 50000"/>
              </a:avLst>
            </a:prstGeom>
            <a:noFill/>
            <a:ln w="1905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791488D-ED9C-FCBD-C786-510C61D9D81F}"/>
              </a:ext>
            </a:extLst>
          </p:cNvPr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3" name="文本框 12">
              <a:extLst>
                <a:ext uri="{FF2B5EF4-FFF2-40B4-BE49-F238E27FC236}">
                  <a16:creationId xmlns:a16="http://schemas.microsoft.com/office/drawing/2014/main" id="{3F68AF26-DED5-3A97-42CA-33881B9BBFF3}"/>
                </a:ext>
              </a:extLst>
            </p:cNvPr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13">
              <a:extLst>
                <a:ext uri="{FF2B5EF4-FFF2-40B4-BE49-F238E27FC236}">
                  <a16:creationId xmlns:a16="http://schemas.microsoft.com/office/drawing/2014/main" id="{215D5A03-4E20-E171-9E0F-FF98928FCEE4}"/>
                </a:ext>
              </a:extLst>
            </p:cNvPr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4E080009-016E-B10C-A3BD-BF7C35560635}"/>
              </a:ext>
            </a:extLst>
          </p:cNvPr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: 圆角 16">
            <a:extLst>
              <a:ext uri="{FF2B5EF4-FFF2-40B4-BE49-F238E27FC236}">
                <a16:creationId xmlns:a16="http://schemas.microsoft.com/office/drawing/2014/main" id="{2455F5DD-0A56-7CAE-201A-004249676FDB}"/>
              </a:ext>
            </a:extLst>
          </p:cNvPr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581251A7-6A1F-A441-B1C9-AD15CE484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913372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命中注定的相遇</a:t>
            </a:r>
            <a:endParaRPr lang="zh-CN" altLang="zh-CN" sz="2800" b="1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8F0F21A-81C3-433E-598C-8D9BEB423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38" y="1572502"/>
            <a:ext cx="9047535" cy="4885264"/>
          </a:xfrm>
          <a:prstGeom prst="rect">
            <a:avLst/>
          </a:prstGeom>
        </p:spPr>
      </p:pic>
      <p:sp>
        <p:nvSpPr>
          <p:cNvPr id="8" name="笑脸 7">
            <a:extLst>
              <a:ext uri="{FF2B5EF4-FFF2-40B4-BE49-F238E27FC236}">
                <a16:creationId xmlns:a16="http://schemas.microsoft.com/office/drawing/2014/main" id="{D6F22D97-3F54-F045-6599-F50BA898DCFA}"/>
              </a:ext>
            </a:extLst>
          </p:cNvPr>
          <p:cNvSpPr/>
          <p:nvPr/>
        </p:nvSpPr>
        <p:spPr>
          <a:xfrm>
            <a:off x="3603796" y="2492896"/>
            <a:ext cx="318185" cy="318185"/>
          </a:xfrm>
          <a:prstGeom prst="smileyFac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笑脸 8">
            <a:extLst>
              <a:ext uri="{FF2B5EF4-FFF2-40B4-BE49-F238E27FC236}">
                <a16:creationId xmlns:a16="http://schemas.microsoft.com/office/drawing/2014/main" id="{C9B7BE59-F76D-6D00-920E-D3AFFCA756C7}"/>
              </a:ext>
            </a:extLst>
          </p:cNvPr>
          <p:cNvSpPr/>
          <p:nvPr/>
        </p:nvSpPr>
        <p:spPr>
          <a:xfrm>
            <a:off x="8471470" y="5589240"/>
            <a:ext cx="318185" cy="318185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18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8402E-6 0 L -0.06655 0.23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4" y="118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984E-7 1.48148E-6 L 0.14064 -0.11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32" y="-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10"/>
          <p:cNvSpPr>
            <a:spLocks noEditPoints="1"/>
          </p:cNvSpPr>
          <p:nvPr/>
        </p:nvSpPr>
        <p:spPr bwMode="auto">
          <a:xfrm>
            <a:off x="2159119" y="5973450"/>
            <a:ext cx="236736" cy="318185"/>
          </a:xfrm>
          <a:custGeom>
            <a:avLst/>
            <a:gdLst>
              <a:gd name="T0" fmla="*/ 96 w 145"/>
              <a:gd name="T1" fmla="*/ 71 h 195"/>
              <a:gd name="T2" fmla="*/ 72 w 145"/>
              <a:gd name="T3" fmla="*/ 81 h 195"/>
              <a:gd name="T4" fmla="*/ 60 w 145"/>
              <a:gd name="T5" fmla="*/ 79 h 195"/>
              <a:gd name="T6" fmla="*/ 49 w 145"/>
              <a:gd name="T7" fmla="*/ 71 h 195"/>
              <a:gd name="T8" fmla="*/ 43 w 145"/>
              <a:gd name="T9" fmla="*/ 71 h 195"/>
              <a:gd name="T10" fmla="*/ 43 w 145"/>
              <a:gd name="T11" fmla="*/ 78 h 195"/>
              <a:gd name="T12" fmla="*/ 56 w 145"/>
              <a:gd name="T13" fmla="*/ 87 h 195"/>
              <a:gd name="T14" fmla="*/ 72 w 145"/>
              <a:gd name="T15" fmla="*/ 90 h 195"/>
              <a:gd name="T16" fmla="*/ 102 w 145"/>
              <a:gd name="T17" fmla="*/ 78 h 195"/>
              <a:gd name="T18" fmla="*/ 102 w 145"/>
              <a:gd name="T19" fmla="*/ 71 h 195"/>
              <a:gd name="T20" fmla="*/ 96 w 145"/>
              <a:gd name="T21" fmla="*/ 71 h 195"/>
              <a:gd name="T22" fmla="*/ 106 w 145"/>
              <a:gd name="T23" fmla="*/ 170 h 195"/>
              <a:gd name="T24" fmla="*/ 106 w 145"/>
              <a:gd name="T25" fmla="*/ 170 h 195"/>
              <a:gd name="T26" fmla="*/ 39 w 145"/>
              <a:gd name="T27" fmla="*/ 170 h 195"/>
              <a:gd name="T28" fmla="*/ 34 w 145"/>
              <a:gd name="T29" fmla="*/ 174 h 195"/>
              <a:gd name="T30" fmla="*/ 39 w 145"/>
              <a:gd name="T31" fmla="*/ 179 h 195"/>
              <a:gd name="T32" fmla="*/ 106 w 145"/>
              <a:gd name="T33" fmla="*/ 179 h 195"/>
              <a:gd name="T34" fmla="*/ 111 w 145"/>
              <a:gd name="T35" fmla="*/ 174 h 195"/>
              <a:gd name="T36" fmla="*/ 106 w 145"/>
              <a:gd name="T37" fmla="*/ 170 h 195"/>
              <a:gd name="T38" fmla="*/ 145 w 145"/>
              <a:gd name="T39" fmla="*/ 75 h 195"/>
              <a:gd name="T40" fmla="*/ 145 w 145"/>
              <a:gd name="T41" fmla="*/ 75 h 195"/>
              <a:gd name="T42" fmla="*/ 124 w 145"/>
              <a:gd name="T43" fmla="*/ 22 h 195"/>
              <a:gd name="T44" fmla="*/ 72 w 145"/>
              <a:gd name="T45" fmla="*/ 0 h 195"/>
              <a:gd name="T46" fmla="*/ 21 w 145"/>
              <a:gd name="T47" fmla="*/ 22 h 195"/>
              <a:gd name="T48" fmla="*/ 0 w 145"/>
              <a:gd name="T49" fmla="*/ 75 h 195"/>
              <a:gd name="T50" fmla="*/ 9 w 145"/>
              <a:gd name="T51" fmla="*/ 112 h 195"/>
              <a:gd name="T52" fmla="*/ 9 w 145"/>
              <a:gd name="T53" fmla="*/ 112 h 195"/>
              <a:gd name="T54" fmla="*/ 31 w 145"/>
              <a:gd name="T55" fmla="*/ 137 h 195"/>
              <a:gd name="T56" fmla="*/ 31 w 145"/>
              <a:gd name="T57" fmla="*/ 158 h 195"/>
              <a:gd name="T58" fmla="*/ 39 w 145"/>
              <a:gd name="T59" fmla="*/ 166 h 195"/>
              <a:gd name="T60" fmla="*/ 106 w 145"/>
              <a:gd name="T61" fmla="*/ 166 h 195"/>
              <a:gd name="T62" fmla="*/ 114 w 145"/>
              <a:gd name="T63" fmla="*/ 158 h 195"/>
              <a:gd name="T64" fmla="*/ 114 w 145"/>
              <a:gd name="T65" fmla="*/ 137 h 195"/>
              <a:gd name="T66" fmla="*/ 136 w 145"/>
              <a:gd name="T67" fmla="*/ 112 h 195"/>
              <a:gd name="T68" fmla="*/ 136 w 145"/>
              <a:gd name="T69" fmla="*/ 112 h 195"/>
              <a:gd name="T70" fmla="*/ 145 w 145"/>
              <a:gd name="T71" fmla="*/ 75 h 195"/>
              <a:gd name="T72" fmla="*/ 123 w 145"/>
              <a:gd name="T73" fmla="*/ 104 h 195"/>
              <a:gd name="T74" fmla="*/ 123 w 145"/>
              <a:gd name="T75" fmla="*/ 104 h 195"/>
              <a:gd name="T76" fmla="*/ 123 w 145"/>
              <a:gd name="T77" fmla="*/ 104 h 195"/>
              <a:gd name="T78" fmla="*/ 123 w 145"/>
              <a:gd name="T79" fmla="*/ 104 h 195"/>
              <a:gd name="T80" fmla="*/ 102 w 145"/>
              <a:gd name="T81" fmla="*/ 126 h 195"/>
              <a:gd name="T82" fmla="*/ 99 w 145"/>
              <a:gd name="T83" fmla="*/ 133 h 195"/>
              <a:gd name="T84" fmla="*/ 99 w 145"/>
              <a:gd name="T85" fmla="*/ 133 h 195"/>
              <a:gd name="T86" fmla="*/ 99 w 145"/>
              <a:gd name="T87" fmla="*/ 150 h 195"/>
              <a:gd name="T88" fmla="*/ 46 w 145"/>
              <a:gd name="T89" fmla="*/ 150 h 195"/>
              <a:gd name="T90" fmla="*/ 46 w 145"/>
              <a:gd name="T91" fmla="*/ 133 h 195"/>
              <a:gd name="T92" fmla="*/ 42 w 145"/>
              <a:gd name="T93" fmla="*/ 126 h 195"/>
              <a:gd name="T94" fmla="*/ 22 w 145"/>
              <a:gd name="T95" fmla="*/ 104 h 195"/>
              <a:gd name="T96" fmla="*/ 22 w 145"/>
              <a:gd name="T97" fmla="*/ 104 h 195"/>
              <a:gd name="T98" fmla="*/ 14 w 145"/>
              <a:gd name="T99" fmla="*/ 75 h 195"/>
              <a:gd name="T100" fmla="*/ 31 w 145"/>
              <a:gd name="T101" fmla="*/ 33 h 195"/>
              <a:gd name="T102" fmla="*/ 72 w 145"/>
              <a:gd name="T103" fmla="*/ 15 h 195"/>
              <a:gd name="T104" fmla="*/ 113 w 145"/>
              <a:gd name="T105" fmla="*/ 33 h 195"/>
              <a:gd name="T106" fmla="*/ 130 w 145"/>
              <a:gd name="T107" fmla="*/ 75 h 195"/>
              <a:gd name="T108" fmla="*/ 123 w 145"/>
              <a:gd name="T109" fmla="*/ 104 h 195"/>
              <a:gd name="T110" fmla="*/ 92 w 145"/>
              <a:gd name="T111" fmla="*/ 186 h 195"/>
              <a:gd name="T112" fmla="*/ 92 w 145"/>
              <a:gd name="T113" fmla="*/ 186 h 195"/>
              <a:gd name="T114" fmla="*/ 53 w 145"/>
              <a:gd name="T115" fmla="*/ 186 h 195"/>
              <a:gd name="T116" fmla="*/ 48 w 145"/>
              <a:gd name="T117" fmla="*/ 190 h 195"/>
              <a:gd name="T118" fmla="*/ 53 w 145"/>
              <a:gd name="T119" fmla="*/ 195 h 195"/>
              <a:gd name="T120" fmla="*/ 92 w 145"/>
              <a:gd name="T121" fmla="*/ 195 h 195"/>
              <a:gd name="T122" fmla="*/ 96 w 145"/>
              <a:gd name="T123" fmla="*/ 190 h 195"/>
              <a:gd name="T124" fmla="*/ 92 w 145"/>
              <a:gd name="T125" fmla="*/ 18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5" h="195">
                <a:moveTo>
                  <a:pt x="96" y="71"/>
                </a:moveTo>
                <a:cubicBezTo>
                  <a:pt x="90" y="77"/>
                  <a:pt x="82" y="81"/>
                  <a:pt x="72" y="81"/>
                </a:cubicBezTo>
                <a:cubicBezTo>
                  <a:pt x="68" y="81"/>
                  <a:pt x="63" y="80"/>
                  <a:pt x="60" y="79"/>
                </a:cubicBezTo>
                <a:cubicBezTo>
                  <a:pt x="56" y="77"/>
                  <a:pt x="52" y="74"/>
                  <a:pt x="49" y="71"/>
                </a:cubicBezTo>
                <a:cubicBezTo>
                  <a:pt x="47" y="69"/>
                  <a:pt x="44" y="69"/>
                  <a:pt x="43" y="71"/>
                </a:cubicBezTo>
                <a:cubicBezTo>
                  <a:pt x="41" y="73"/>
                  <a:pt x="41" y="76"/>
                  <a:pt x="43" y="78"/>
                </a:cubicBezTo>
                <a:cubicBezTo>
                  <a:pt x="46" y="82"/>
                  <a:pt x="51" y="85"/>
                  <a:pt x="56" y="87"/>
                </a:cubicBezTo>
                <a:cubicBezTo>
                  <a:pt x="61" y="89"/>
                  <a:pt x="67" y="90"/>
                  <a:pt x="72" y="90"/>
                </a:cubicBezTo>
                <a:cubicBezTo>
                  <a:pt x="84" y="90"/>
                  <a:pt x="95" y="85"/>
                  <a:pt x="102" y="78"/>
                </a:cubicBezTo>
                <a:cubicBezTo>
                  <a:pt x="104" y="76"/>
                  <a:pt x="104" y="73"/>
                  <a:pt x="102" y="71"/>
                </a:cubicBezTo>
                <a:cubicBezTo>
                  <a:pt x="100" y="69"/>
                  <a:pt x="98" y="69"/>
                  <a:pt x="96" y="71"/>
                </a:cubicBezTo>
                <a:close/>
                <a:moveTo>
                  <a:pt x="106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39" y="170"/>
                  <a:pt x="39" y="170"/>
                  <a:pt x="39" y="170"/>
                </a:cubicBezTo>
                <a:cubicBezTo>
                  <a:pt x="36" y="170"/>
                  <a:pt x="34" y="172"/>
                  <a:pt x="34" y="174"/>
                </a:cubicBezTo>
                <a:cubicBezTo>
                  <a:pt x="34" y="177"/>
                  <a:pt x="36" y="179"/>
                  <a:pt x="39" y="179"/>
                </a:cubicBezTo>
                <a:cubicBezTo>
                  <a:pt x="106" y="179"/>
                  <a:pt x="106" y="179"/>
                  <a:pt x="106" y="179"/>
                </a:cubicBezTo>
                <a:cubicBezTo>
                  <a:pt x="109" y="179"/>
                  <a:pt x="111" y="177"/>
                  <a:pt x="111" y="174"/>
                </a:cubicBezTo>
                <a:cubicBezTo>
                  <a:pt x="111" y="172"/>
                  <a:pt x="109" y="170"/>
                  <a:pt x="106" y="170"/>
                </a:cubicBezTo>
                <a:close/>
                <a:moveTo>
                  <a:pt x="145" y="75"/>
                </a:moveTo>
                <a:cubicBezTo>
                  <a:pt x="145" y="75"/>
                  <a:pt x="145" y="75"/>
                  <a:pt x="145" y="75"/>
                </a:cubicBezTo>
                <a:cubicBezTo>
                  <a:pt x="145" y="54"/>
                  <a:pt x="137" y="36"/>
                  <a:pt x="124" y="22"/>
                </a:cubicBezTo>
                <a:cubicBezTo>
                  <a:pt x="111" y="9"/>
                  <a:pt x="92" y="0"/>
                  <a:pt x="72" y="0"/>
                </a:cubicBezTo>
                <a:cubicBezTo>
                  <a:pt x="52" y="0"/>
                  <a:pt x="34" y="9"/>
                  <a:pt x="21" y="22"/>
                </a:cubicBezTo>
                <a:cubicBezTo>
                  <a:pt x="8" y="36"/>
                  <a:pt x="0" y="54"/>
                  <a:pt x="0" y="75"/>
                </a:cubicBezTo>
                <a:cubicBezTo>
                  <a:pt x="0" y="88"/>
                  <a:pt x="3" y="101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4" y="122"/>
                  <a:pt x="22" y="130"/>
                  <a:pt x="31" y="137"/>
                </a:cubicBezTo>
                <a:cubicBezTo>
                  <a:pt x="31" y="158"/>
                  <a:pt x="31" y="158"/>
                  <a:pt x="31" y="158"/>
                </a:cubicBezTo>
                <a:cubicBezTo>
                  <a:pt x="31" y="162"/>
                  <a:pt x="34" y="166"/>
                  <a:pt x="39" y="166"/>
                </a:cubicBezTo>
                <a:cubicBezTo>
                  <a:pt x="106" y="166"/>
                  <a:pt x="106" y="166"/>
                  <a:pt x="106" y="166"/>
                </a:cubicBezTo>
                <a:cubicBezTo>
                  <a:pt x="110" y="166"/>
                  <a:pt x="114" y="162"/>
                  <a:pt x="114" y="158"/>
                </a:cubicBezTo>
                <a:cubicBezTo>
                  <a:pt x="114" y="137"/>
                  <a:pt x="114" y="137"/>
                  <a:pt x="114" y="137"/>
                </a:cubicBezTo>
                <a:cubicBezTo>
                  <a:pt x="123" y="130"/>
                  <a:pt x="130" y="122"/>
                  <a:pt x="136" y="112"/>
                </a:cubicBezTo>
                <a:cubicBezTo>
                  <a:pt x="136" y="112"/>
                  <a:pt x="136" y="112"/>
                  <a:pt x="136" y="112"/>
                </a:cubicBezTo>
                <a:cubicBezTo>
                  <a:pt x="142" y="101"/>
                  <a:pt x="145" y="88"/>
                  <a:pt x="145" y="75"/>
                </a:cubicBezTo>
                <a:close/>
                <a:moveTo>
                  <a:pt x="123" y="104"/>
                </a:move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18" y="114"/>
                  <a:pt x="111" y="121"/>
                  <a:pt x="102" y="126"/>
                </a:cubicBezTo>
                <a:cubicBezTo>
                  <a:pt x="100" y="128"/>
                  <a:pt x="99" y="130"/>
                  <a:pt x="99" y="133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46" y="133"/>
                  <a:pt x="46" y="133"/>
                  <a:pt x="46" y="133"/>
                </a:cubicBezTo>
                <a:cubicBezTo>
                  <a:pt x="46" y="130"/>
                  <a:pt x="44" y="127"/>
                  <a:pt x="42" y="126"/>
                </a:cubicBezTo>
                <a:cubicBezTo>
                  <a:pt x="33" y="121"/>
                  <a:pt x="27" y="113"/>
                  <a:pt x="22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7" y="96"/>
                  <a:pt x="14" y="86"/>
                  <a:pt x="14" y="75"/>
                </a:cubicBezTo>
                <a:cubicBezTo>
                  <a:pt x="14" y="59"/>
                  <a:pt x="21" y="44"/>
                  <a:pt x="31" y="33"/>
                </a:cubicBezTo>
                <a:cubicBezTo>
                  <a:pt x="42" y="22"/>
                  <a:pt x="56" y="15"/>
                  <a:pt x="72" y="15"/>
                </a:cubicBezTo>
                <a:cubicBezTo>
                  <a:pt x="88" y="15"/>
                  <a:pt x="103" y="22"/>
                  <a:pt x="113" y="33"/>
                </a:cubicBezTo>
                <a:cubicBezTo>
                  <a:pt x="124" y="44"/>
                  <a:pt x="130" y="59"/>
                  <a:pt x="130" y="75"/>
                </a:cubicBezTo>
                <a:cubicBezTo>
                  <a:pt x="130" y="86"/>
                  <a:pt x="128" y="96"/>
                  <a:pt x="123" y="104"/>
                </a:cubicBezTo>
                <a:close/>
                <a:moveTo>
                  <a:pt x="92" y="186"/>
                </a:moveTo>
                <a:cubicBezTo>
                  <a:pt x="92" y="186"/>
                  <a:pt x="92" y="186"/>
                  <a:pt x="92" y="186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0" y="186"/>
                  <a:pt x="48" y="188"/>
                  <a:pt x="48" y="190"/>
                </a:cubicBezTo>
                <a:cubicBezTo>
                  <a:pt x="48" y="193"/>
                  <a:pt x="50" y="195"/>
                  <a:pt x="53" y="195"/>
                </a:cubicBezTo>
                <a:cubicBezTo>
                  <a:pt x="92" y="195"/>
                  <a:pt x="92" y="195"/>
                  <a:pt x="92" y="195"/>
                </a:cubicBezTo>
                <a:cubicBezTo>
                  <a:pt x="94" y="195"/>
                  <a:pt x="96" y="193"/>
                  <a:pt x="96" y="190"/>
                </a:cubicBezTo>
                <a:cubicBezTo>
                  <a:pt x="96" y="188"/>
                  <a:pt x="94" y="186"/>
                  <a:pt x="92" y="1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128173" y="143392"/>
            <a:ext cx="4987706" cy="646331"/>
            <a:chOff x="6080760" y="1044564"/>
            <a:chExt cx="4987706" cy="646331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231252" y="109909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8173" y="1729585"/>
            <a:ext cx="10434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在如图</a:t>
            </a:r>
            <a:r>
              <a:rPr lang="en-US" altLang="zh-CN" sz="3600" dirty="0"/>
              <a:t>3*3</a:t>
            </a:r>
            <a:r>
              <a:rPr lang="zh-CN" altLang="en-US" sz="3600" dirty="0"/>
              <a:t>的方格中，每个小方格边长为</a:t>
            </a:r>
            <a:r>
              <a:rPr lang="en-US" altLang="zh-CN" sz="3600" dirty="0"/>
              <a:t>1</a:t>
            </a:r>
            <a:r>
              <a:rPr lang="zh-CN" altLang="en-US" sz="3600" dirty="0"/>
              <a:t>，两人分别从左下角和右上角出发，每次只能走一个方格，不能后退，求有多少种相遇的路径。</a:t>
            </a:r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72753BF-B5AB-6C3A-7647-668A3C42E3EE}"/>
              </a:ext>
            </a:extLst>
          </p:cNvPr>
          <p:cNvGrpSpPr/>
          <p:nvPr/>
        </p:nvGrpSpPr>
        <p:grpSpPr>
          <a:xfrm>
            <a:off x="5087094" y="3689784"/>
            <a:ext cx="2592288" cy="2592288"/>
            <a:chOff x="3790951" y="2840349"/>
            <a:chExt cx="2592288" cy="259228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8CAB48F-5F2A-95FC-9116-036974EE3546}"/>
                </a:ext>
              </a:extLst>
            </p:cNvPr>
            <p:cNvSpPr/>
            <p:nvPr/>
          </p:nvSpPr>
          <p:spPr>
            <a:xfrm>
              <a:off x="3790951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345DD9E-935D-D5B9-8867-99B1DF294393}"/>
                </a:ext>
              </a:extLst>
            </p:cNvPr>
            <p:cNvSpPr/>
            <p:nvPr/>
          </p:nvSpPr>
          <p:spPr>
            <a:xfrm>
              <a:off x="4655047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4DD8D1C-41D5-8381-8F20-7D6EE434AAEC}"/>
                </a:ext>
              </a:extLst>
            </p:cNvPr>
            <p:cNvSpPr/>
            <p:nvPr/>
          </p:nvSpPr>
          <p:spPr>
            <a:xfrm>
              <a:off x="5519143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40AAD0B-625E-B6CC-E08E-1FB6D7CA8FEF}"/>
                </a:ext>
              </a:extLst>
            </p:cNvPr>
            <p:cNvSpPr/>
            <p:nvPr/>
          </p:nvSpPr>
          <p:spPr>
            <a:xfrm>
              <a:off x="3790951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902A7A6-84DA-0C4E-FFD8-BC2E4395A071}"/>
                </a:ext>
              </a:extLst>
            </p:cNvPr>
            <p:cNvSpPr/>
            <p:nvPr/>
          </p:nvSpPr>
          <p:spPr>
            <a:xfrm>
              <a:off x="4655047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4038F4E-2364-C178-FA7F-FD5D6C4EF050}"/>
                </a:ext>
              </a:extLst>
            </p:cNvPr>
            <p:cNvSpPr/>
            <p:nvPr/>
          </p:nvSpPr>
          <p:spPr>
            <a:xfrm>
              <a:off x="3790951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A290EAE-A027-5A68-D7F3-C3CC62FF8B88}"/>
                </a:ext>
              </a:extLst>
            </p:cNvPr>
            <p:cNvSpPr/>
            <p:nvPr/>
          </p:nvSpPr>
          <p:spPr>
            <a:xfrm>
              <a:off x="4655047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7AC2DC5-75C3-C7B9-1335-252532F0216B}"/>
                </a:ext>
              </a:extLst>
            </p:cNvPr>
            <p:cNvSpPr/>
            <p:nvPr/>
          </p:nvSpPr>
          <p:spPr>
            <a:xfrm>
              <a:off x="5519143" y="3721222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0E8C00A-7C18-91C7-C90B-47156E73BF2C}"/>
                </a:ext>
              </a:extLst>
            </p:cNvPr>
            <p:cNvSpPr/>
            <p:nvPr/>
          </p:nvSpPr>
          <p:spPr>
            <a:xfrm>
              <a:off x="5519143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笑脸 13">
            <a:extLst>
              <a:ext uri="{FF2B5EF4-FFF2-40B4-BE49-F238E27FC236}">
                <a16:creationId xmlns:a16="http://schemas.microsoft.com/office/drawing/2014/main" id="{279320C6-9082-B552-161F-D48C10D4D592}"/>
              </a:ext>
            </a:extLst>
          </p:cNvPr>
          <p:cNvSpPr/>
          <p:nvPr/>
        </p:nvSpPr>
        <p:spPr>
          <a:xfrm>
            <a:off x="4928001" y="6087326"/>
            <a:ext cx="318185" cy="318185"/>
          </a:xfrm>
          <a:prstGeom prst="smileyFac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笑脸 14">
            <a:extLst>
              <a:ext uri="{FF2B5EF4-FFF2-40B4-BE49-F238E27FC236}">
                <a16:creationId xmlns:a16="http://schemas.microsoft.com/office/drawing/2014/main" id="{934AA587-78D4-C581-8EEF-FC90D4307FC8}"/>
              </a:ext>
            </a:extLst>
          </p:cNvPr>
          <p:cNvSpPr/>
          <p:nvPr/>
        </p:nvSpPr>
        <p:spPr>
          <a:xfrm>
            <a:off x="7520289" y="3587918"/>
            <a:ext cx="318185" cy="318185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33BDD423-3563-BAC5-EBF1-B19DD30B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07" y="1052540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问题转化</a:t>
            </a:r>
            <a:endParaRPr lang="zh-CN" altLang="zh-CN" sz="2800" b="1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sndAc>
      <p:endSnd/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AF5E4-1878-5F5B-86A5-134619BD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BA46CF8-716D-026A-D763-FF1FEA1F4819}"/>
              </a:ext>
            </a:extLst>
          </p:cNvPr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3" name="文本框 12">
              <a:extLst>
                <a:ext uri="{FF2B5EF4-FFF2-40B4-BE49-F238E27FC236}">
                  <a16:creationId xmlns:a16="http://schemas.microsoft.com/office/drawing/2014/main" id="{D73BC04D-9C14-30AB-FCEE-6F7A77447DD8}"/>
                </a:ext>
              </a:extLst>
            </p:cNvPr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13">
              <a:extLst>
                <a:ext uri="{FF2B5EF4-FFF2-40B4-BE49-F238E27FC236}">
                  <a16:creationId xmlns:a16="http://schemas.microsoft.com/office/drawing/2014/main" id="{1E1C9327-547D-C71B-FA0C-4EE29FDA01E2}"/>
                </a:ext>
              </a:extLst>
            </p:cNvPr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F06FBAED-5638-1021-B2A7-6C44397D77C5}"/>
              </a:ext>
            </a:extLst>
          </p:cNvPr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: 圆角 16">
            <a:extLst>
              <a:ext uri="{FF2B5EF4-FFF2-40B4-BE49-F238E27FC236}">
                <a16:creationId xmlns:a16="http://schemas.microsoft.com/office/drawing/2014/main" id="{8C7C8B0A-1837-7126-4A3C-B0790AAC8D59}"/>
              </a:ext>
            </a:extLst>
          </p:cNvPr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EB337CD9-CBFF-83A0-6C6A-0D370463F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97" y="904563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相遇算法应用</a:t>
            </a:r>
            <a:endParaRPr lang="zh-CN" altLang="zh-CN" sz="2800" b="1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617F08-E289-9213-4118-700B76D212D3}"/>
              </a:ext>
            </a:extLst>
          </p:cNvPr>
          <p:cNvSpPr txBox="1"/>
          <p:nvPr/>
        </p:nvSpPr>
        <p:spPr>
          <a:xfrm>
            <a:off x="694606" y="1700808"/>
            <a:ext cx="10511649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None/>
            </a:pPr>
            <a:r>
              <a:rPr lang="zh-CN" altLang="en-US" b="1" dirty="0">
                <a:effectLst/>
              </a:rPr>
              <a:t>在线婚恋平台</a:t>
            </a:r>
            <a:endParaRPr lang="zh-CN" altLang="en-US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0" dirty="0">
                <a:effectLst/>
              </a:rPr>
              <a:t>世纪佳缘、珍爱网等在线婚恋平台，可以利用类似的算法来分析用户的兴趣和行为路径，帮助匹配潜在的伴侣，提高用户的匹配成功率。</a:t>
            </a:r>
            <a:endParaRPr lang="en-US" altLang="zh-CN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1" dirty="0">
                <a:effectLst/>
              </a:rPr>
              <a:t>社交网络分析</a:t>
            </a:r>
            <a:endParaRPr lang="zh-CN" altLang="en-US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0" dirty="0">
                <a:effectLst/>
              </a:rPr>
              <a:t>在社交网络中，分析用户之间的互动路径，识别出那些有共同兴趣和行为模式的用户群体，从而促进更有意义的社交连接。</a:t>
            </a:r>
            <a:endParaRPr lang="en-US" altLang="zh-CN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1" dirty="0">
                <a:effectLst/>
              </a:rPr>
              <a:t>城市规划与交通优化</a:t>
            </a:r>
            <a:endParaRPr lang="zh-CN" altLang="en-US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0" dirty="0">
                <a:effectLst/>
              </a:rPr>
              <a:t>在城市规划中，分析人们的出行路径，识别出高频率的相遇点，从而优化公共交通线路和设施布局，提高城市的交通效率和居民的生活质量。</a:t>
            </a:r>
            <a:endParaRPr lang="en-US" altLang="zh-CN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1" dirty="0">
                <a:effectLst/>
              </a:rPr>
              <a:t>游戏设计与路径规划</a:t>
            </a:r>
            <a:endParaRPr lang="zh-CN" altLang="en-US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0" dirty="0">
                <a:effectLst/>
              </a:rPr>
              <a:t>在游戏设计中，利用路径规划算法来设计角色的移动路径和相遇点，增强游戏的互动性和趣味性，提高玩家的游戏体验。</a:t>
            </a:r>
          </a:p>
          <a:p>
            <a:pPr>
              <a:lnSpc>
                <a:spcPts val="2500"/>
              </a:lnSpc>
              <a:buNone/>
            </a:pPr>
            <a:r>
              <a:rPr lang="zh-CN" altLang="en-US" b="1" dirty="0">
                <a:effectLst/>
              </a:rPr>
              <a:t>智能家居</a:t>
            </a:r>
            <a:endParaRPr lang="zh-CN" altLang="en-US" b="0" dirty="0">
              <a:effectLst/>
            </a:endParaRPr>
          </a:p>
          <a:p>
            <a:pPr>
              <a:lnSpc>
                <a:spcPts val="2500"/>
              </a:lnSpc>
              <a:buNone/>
            </a:pPr>
            <a:r>
              <a:rPr lang="zh-CN" altLang="en-US" b="0" dirty="0">
                <a:effectLst/>
              </a:rPr>
              <a:t>通过分析用户的生活习惯和偏好，智能家居设备可以为用户提供更加个性化的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108122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766707" y="1052540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海龟作图中坐标</a:t>
            </a:r>
            <a:endParaRPr lang="zh-CN" altLang="zh-CN" sz="2800" b="1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79AE77F-311F-C7ED-A0BF-C655182DBB31}"/>
              </a:ext>
            </a:extLst>
          </p:cNvPr>
          <p:cNvCxnSpPr/>
          <p:nvPr/>
        </p:nvCxnSpPr>
        <p:spPr>
          <a:xfrm>
            <a:off x="2638822" y="4149080"/>
            <a:ext cx="684076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5A70D60-EF96-4D20-DEB5-0651A4D4EA23}"/>
              </a:ext>
            </a:extLst>
          </p:cNvPr>
          <p:cNvCxnSpPr>
            <a:cxnSpLocks/>
          </p:cNvCxnSpPr>
          <p:nvPr/>
        </p:nvCxnSpPr>
        <p:spPr>
          <a:xfrm flipH="1" flipV="1">
            <a:off x="5759262" y="908720"/>
            <a:ext cx="7391" cy="525658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CF60E4-2BEA-1590-4999-11BA3ECACD57}"/>
              </a:ext>
            </a:extLst>
          </p:cNvPr>
          <p:cNvGrpSpPr/>
          <p:nvPr/>
        </p:nvGrpSpPr>
        <p:grpSpPr>
          <a:xfrm>
            <a:off x="5766653" y="1562794"/>
            <a:ext cx="2592288" cy="2592288"/>
            <a:chOff x="3790951" y="2840349"/>
            <a:chExt cx="2592288" cy="259228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5D1F0DE-68EE-1D6A-318A-CF2B14333530}"/>
                </a:ext>
              </a:extLst>
            </p:cNvPr>
            <p:cNvSpPr/>
            <p:nvPr/>
          </p:nvSpPr>
          <p:spPr>
            <a:xfrm>
              <a:off x="3790951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E8CBFD9-860D-767E-2DA6-4F35024D4B33}"/>
                </a:ext>
              </a:extLst>
            </p:cNvPr>
            <p:cNvSpPr/>
            <p:nvPr/>
          </p:nvSpPr>
          <p:spPr>
            <a:xfrm>
              <a:off x="4655047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678B56A-C236-3E5B-C7F4-BD6A022D4ECD}"/>
                </a:ext>
              </a:extLst>
            </p:cNvPr>
            <p:cNvSpPr/>
            <p:nvPr/>
          </p:nvSpPr>
          <p:spPr>
            <a:xfrm>
              <a:off x="5519143" y="2840349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40FF55A-8DEA-EC1C-1B77-11090D4569FB}"/>
                </a:ext>
              </a:extLst>
            </p:cNvPr>
            <p:cNvSpPr/>
            <p:nvPr/>
          </p:nvSpPr>
          <p:spPr>
            <a:xfrm>
              <a:off x="3790951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1ECE2C9-4AB4-32F4-ACC5-E6C0381F108A}"/>
                </a:ext>
              </a:extLst>
            </p:cNvPr>
            <p:cNvSpPr/>
            <p:nvPr/>
          </p:nvSpPr>
          <p:spPr>
            <a:xfrm>
              <a:off x="4655047" y="3704445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C7FA37B-261E-8D26-7D2F-B02E7A853496}"/>
                </a:ext>
              </a:extLst>
            </p:cNvPr>
            <p:cNvSpPr/>
            <p:nvPr/>
          </p:nvSpPr>
          <p:spPr>
            <a:xfrm>
              <a:off x="3790951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61D7A05-FA0A-E45F-9A0D-FFC1593228CC}"/>
                </a:ext>
              </a:extLst>
            </p:cNvPr>
            <p:cNvSpPr/>
            <p:nvPr/>
          </p:nvSpPr>
          <p:spPr>
            <a:xfrm>
              <a:off x="4655047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FBC133E-7F7F-D2E4-C2FF-1D0CCC5580AE}"/>
                </a:ext>
              </a:extLst>
            </p:cNvPr>
            <p:cNvSpPr/>
            <p:nvPr/>
          </p:nvSpPr>
          <p:spPr>
            <a:xfrm>
              <a:off x="5519143" y="3698443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7A8A44-2024-3274-40C8-622CCFAC15B5}"/>
                </a:ext>
              </a:extLst>
            </p:cNvPr>
            <p:cNvSpPr/>
            <p:nvPr/>
          </p:nvSpPr>
          <p:spPr>
            <a:xfrm>
              <a:off x="5519143" y="4568541"/>
              <a:ext cx="864096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117CDD2-CF73-5945-F48E-9E32B7684754}"/>
              </a:ext>
            </a:extLst>
          </p:cNvPr>
          <p:cNvSpPr txBox="1"/>
          <p:nvPr/>
        </p:nvSpPr>
        <p:spPr>
          <a:xfrm>
            <a:off x="5186028" y="415508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101DE-3FB3-FD32-3D9F-7691EEC9195F}"/>
              </a:ext>
            </a:extLst>
          </p:cNvPr>
          <p:cNvSpPr txBox="1"/>
          <p:nvPr/>
        </p:nvSpPr>
        <p:spPr>
          <a:xfrm>
            <a:off x="7806175" y="415508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42425A-AFCD-E5A9-41AF-AADDA576A68D}"/>
              </a:ext>
            </a:extLst>
          </p:cNvPr>
          <p:cNvSpPr txBox="1"/>
          <p:nvPr/>
        </p:nvSpPr>
        <p:spPr>
          <a:xfrm>
            <a:off x="7806175" y="115647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780E16-5C01-9DBB-9AE7-F43885065FD5}"/>
              </a:ext>
            </a:extLst>
          </p:cNvPr>
          <p:cNvSpPr txBox="1"/>
          <p:nvPr/>
        </p:nvSpPr>
        <p:spPr>
          <a:xfrm>
            <a:off x="5210063" y="1196463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25" name="笑脸 24">
            <a:extLst>
              <a:ext uri="{FF2B5EF4-FFF2-40B4-BE49-F238E27FC236}">
                <a16:creationId xmlns:a16="http://schemas.microsoft.com/office/drawing/2014/main" id="{A80B808C-63A2-FD0B-4879-E3AFD34DBD76}"/>
              </a:ext>
            </a:extLst>
          </p:cNvPr>
          <p:cNvSpPr/>
          <p:nvPr/>
        </p:nvSpPr>
        <p:spPr>
          <a:xfrm>
            <a:off x="5621088" y="3868987"/>
            <a:ext cx="318185" cy="318185"/>
          </a:xfrm>
          <a:prstGeom prst="smileyFac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笑脸 25">
            <a:extLst>
              <a:ext uri="{FF2B5EF4-FFF2-40B4-BE49-F238E27FC236}">
                <a16:creationId xmlns:a16="http://schemas.microsoft.com/office/drawing/2014/main" id="{3D54574E-4BDF-4DD0-ADCA-826EFBF12602}"/>
              </a:ext>
            </a:extLst>
          </p:cNvPr>
          <p:cNvSpPr/>
          <p:nvPr/>
        </p:nvSpPr>
        <p:spPr>
          <a:xfrm>
            <a:off x="8147375" y="1470443"/>
            <a:ext cx="318185" cy="318185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A15A3B-4119-6F53-E593-B382C8F58854}"/>
              </a:ext>
            </a:extLst>
          </p:cNvPr>
          <p:cNvSpPr txBox="1"/>
          <p:nvPr/>
        </p:nvSpPr>
        <p:spPr>
          <a:xfrm>
            <a:off x="8543478" y="315837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  <p:transition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8402E-6 0 L -0.06655 0.23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4" y="118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984E-7 1.48148E-6 L 0.14064 -0.110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32" y="-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766707" y="1052540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观察程序运行结果进行思考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8582" y="1628799"/>
            <a:ext cx="11608435" cy="50236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/>
              <a:t>  </a:t>
            </a:r>
            <a:r>
              <a:rPr lang="en-US" altLang="zh-CN" sz="2400" dirty="0"/>
              <a:t>1.</a:t>
            </a:r>
            <a:r>
              <a:rPr lang="zh-CN" altLang="en-US" sz="2400" dirty="0"/>
              <a:t> “两只海龟是怎么在方格中移动的？方格是怎么画出来的？”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Trutle</a:t>
            </a:r>
            <a:r>
              <a:rPr lang="zh-CN" altLang="en-US" sz="2000" dirty="0"/>
              <a:t>知识：     </a:t>
            </a:r>
            <a:r>
              <a:rPr lang="en-US" altLang="zh-CN" sz="2000" dirty="0"/>
              <a:t>forward()  </a:t>
            </a:r>
            <a:r>
              <a:rPr lang="zh-CN" altLang="en-US" sz="2000" dirty="0"/>
              <a:t>前进，</a:t>
            </a:r>
            <a:r>
              <a:rPr lang="en-US" altLang="zh-CN" sz="2000" dirty="0" err="1"/>
              <a:t>backword</a:t>
            </a:r>
            <a:r>
              <a:rPr lang="en-US" altLang="zh-CN" sz="2000" dirty="0"/>
              <a:t>()</a:t>
            </a:r>
            <a:r>
              <a:rPr lang="zh-CN" altLang="en-US" sz="2000" dirty="0"/>
              <a:t>后退，</a:t>
            </a:r>
            <a:r>
              <a:rPr lang="en-US" altLang="zh-CN" sz="2000" dirty="0"/>
              <a:t>left() </a:t>
            </a:r>
            <a:r>
              <a:rPr lang="zh-CN" altLang="en-US" sz="2000" dirty="0"/>
              <a:t>左转，</a:t>
            </a:r>
            <a:r>
              <a:rPr lang="en-US" altLang="zh-CN" sz="2000" dirty="0"/>
              <a:t>right()</a:t>
            </a:r>
            <a:r>
              <a:rPr lang="zh-CN" altLang="en-US" sz="2000" dirty="0"/>
              <a:t>右转</a:t>
            </a:r>
            <a:endParaRPr lang="en-US" altLang="zh-CN" sz="2000" dirty="0"/>
          </a:p>
          <a:p>
            <a:r>
              <a:rPr lang="en-US" altLang="zh-CN" sz="2000" dirty="0"/>
              <a:t>			</a:t>
            </a:r>
            <a:r>
              <a:rPr lang="en-US" altLang="zh-CN" sz="2000" dirty="0" err="1"/>
              <a:t>penup</a:t>
            </a:r>
            <a:r>
              <a:rPr lang="zh-CN" altLang="en-US" sz="2000" dirty="0"/>
              <a:t>（）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pendown</a:t>
            </a:r>
            <a:r>
              <a:rPr lang="zh-CN" altLang="en-US" sz="2000" dirty="0"/>
              <a:t>（），</a:t>
            </a:r>
            <a:r>
              <a:rPr lang="en-US" altLang="zh-CN" sz="2000" dirty="0" err="1"/>
              <a:t>goto</a:t>
            </a:r>
            <a:r>
              <a:rPr lang="zh-CN" altLang="en-US" sz="2000" dirty="0"/>
              <a:t>（ 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	python</a:t>
            </a:r>
            <a:r>
              <a:rPr lang="zh-CN" altLang="en-US" sz="2000" dirty="0"/>
              <a:t>知识：   自定义函数 </a:t>
            </a:r>
            <a:r>
              <a:rPr lang="en-US" altLang="zh-CN" sz="2000" dirty="0">
                <a:hlinkClick r:id="rId2"/>
              </a:rPr>
              <a:t>Python</a:t>
            </a:r>
            <a:r>
              <a:rPr lang="zh-CN" altLang="en-US" sz="2000" dirty="0">
                <a:hlinkClick r:id="rId2"/>
              </a:rPr>
              <a:t>基础 </a:t>
            </a:r>
            <a:r>
              <a:rPr lang="en-US" altLang="zh-CN" sz="2000" dirty="0">
                <a:hlinkClick r:id="rId2"/>
              </a:rPr>
              <a:t>42 </a:t>
            </a:r>
            <a:r>
              <a:rPr lang="zh-CN" altLang="en-US" sz="2000" dirty="0">
                <a:hlinkClick r:id="rId2"/>
              </a:rPr>
              <a:t>自定义函数</a:t>
            </a:r>
            <a:r>
              <a:rPr lang="en-US" altLang="zh-CN" sz="2000" dirty="0">
                <a:hlinkClick r:id="rId2"/>
              </a:rPr>
              <a:t>_</a:t>
            </a:r>
            <a:r>
              <a:rPr lang="zh-CN" altLang="en-US" sz="2000" dirty="0">
                <a:hlinkClick r:id="rId2"/>
              </a:rPr>
              <a:t>哔哩哔哩</a:t>
            </a:r>
            <a:r>
              <a:rPr lang="en-US" altLang="zh-CN" sz="2000" dirty="0">
                <a:hlinkClick r:id="rId2"/>
              </a:rPr>
              <a:t>_</a:t>
            </a:r>
            <a:r>
              <a:rPr lang="en-US" altLang="zh-CN" sz="2000" dirty="0" err="1">
                <a:hlinkClick r:id="rId2"/>
              </a:rPr>
              <a:t>bilibili</a:t>
            </a:r>
            <a:endParaRPr lang="en-US" altLang="zh-CN" sz="2000" dirty="0"/>
          </a:p>
          <a:p>
            <a:r>
              <a:rPr lang="en-US" altLang="zh-CN" sz="2000" dirty="0"/>
              <a:t>			For</a:t>
            </a:r>
            <a:r>
              <a:rPr lang="zh-CN" altLang="en-US" sz="2000" dirty="0"/>
              <a:t>循环</a:t>
            </a:r>
            <a:r>
              <a:rPr lang="en-US" altLang="zh-CN" sz="2000" dirty="0"/>
              <a:t>	 </a:t>
            </a:r>
            <a:r>
              <a:rPr lang="zh-CN" altLang="en-US" sz="2000" dirty="0">
                <a:hlinkClick r:id="rId3"/>
              </a:rPr>
              <a:t>https://www.bilibili.com/video/BV1Ef4y1m7qz?t=53.8</a:t>
            </a:r>
            <a:r>
              <a:rPr lang="zh-CN" altLang="en-US" sz="2000" dirty="0"/>
              <a:t> </a:t>
            </a:r>
            <a:br>
              <a:rPr lang="zh-CN" altLang="en-US" sz="2400" dirty="0"/>
            </a:br>
            <a:endParaRPr lang="zh-CN" altLang="en-US" sz="2400" dirty="0"/>
          </a:p>
          <a:p>
            <a:r>
              <a:rPr lang="zh-CN" altLang="en-US" sz="2400" dirty="0"/>
              <a:t>   </a:t>
            </a:r>
            <a:r>
              <a:rPr lang="en-US" altLang="zh-CN" sz="2400" dirty="0"/>
              <a:t>2.</a:t>
            </a:r>
            <a:r>
              <a:rPr lang="zh-CN" altLang="en-US" sz="2400" dirty="0"/>
              <a:t> “如果想让海龟走不同的路线，代码需要怎么修改？”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路径定义：</a:t>
            </a:r>
            <a:r>
              <a:rPr lang="en-US" altLang="zh-CN" sz="2400" dirty="0"/>
              <a:t>[</a:t>
            </a:r>
            <a:r>
              <a:rPr lang="zh-CN" altLang="en-US" sz="2400" dirty="0"/>
              <a:t>‘</a:t>
            </a:r>
            <a:r>
              <a:rPr lang="en-US" altLang="zh-CN" sz="2400" dirty="0"/>
              <a:t>U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D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R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L</a:t>
            </a:r>
            <a:r>
              <a:rPr lang="zh-CN" altLang="en-US" sz="2400" dirty="0"/>
              <a:t>’</a:t>
            </a:r>
            <a:r>
              <a:rPr lang="en-US" altLang="zh-CN" sz="2400" dirty="0"/>
              <a:t>]</a:t>
            </a:r>
          </a:p>
          <a:p>
            <a:r>
              <a:rPr lang="en-US" altLang="zh-CN" sz="2400" dirty="0"/>
              <a:t>		       [</a:t>
            </a:r>
            <a:r>
              <a:rPr lang="zh-CN" altLang="en-US" sz="2400" dirty="0"/>
              <a:t>‘</a:t>
            </a:r>
            <a:r>
              <a:rPr lang="en-US" altLang="zh-CN" sz="2400" dirty="0"/>
              <a:t>U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U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R</a:t>
            </a:r>
            <a:r>
              <a:rPr lang="zh-CN" altLang="en-US" sz="2400" dirty="0"/>
              <a:t>’</a:t>
            </a:r>
            <a:r>
              <a:rPr lang="en-US" altLang="zh-CN" sz="2400" dirty="0"/>
              <a:t>,</a:t>
            </a:r>
            <a:r>
              <a:rPr lang="zh-CN" altLang="en-US" sz="2400" dirty="0"/>
              <a:t>‘</a:t>
            </a:r>
            <a:r>
              <a:rPr lang="en-US" altLang="zh-CN" sz="2400" dirty="0"/>
              <a:t>R</a:t>
            </a:r>
            <a:r>
              <a:rPr lang="zh-CN" altLang="en-US" sz="2400" dirty="0"/>
              <a:t>’</a:t>
            </a:r>
            <a:r>
              <a:rPr lang="en-US" altLang="zh-CN" sz="2400" dirty="0"/>
              <a:t>]</a:t>
            </a:r>
          </a:p>
          <a:p>
            <a:r>
              <a:rPr lang="en-US" altLang="zh-CN" sz="2400" dirty="0"/>
              <a:t>	python</a:t>
            </a:r>
            <a:r>
              <a:rPr lang="zh-CN" altLang="en-US" sz="2400" dirty="0"/>
              <a:t>知识：列表</a:t>
            </a:r>
            <a:r>
              <a:rPr lang="en-US" altLang="zh-CN" sz="2400" dirty="0"/>
              <a:t>[ ] </a:t>
            </a:r>
            <a:r>
              <a:rPr lang="en-US" altLang="zh-CN" dirty="0">
                <a:hlinkClick r:id="rId4"/>
              </a:rPr>
              <a:t>https://www.bilibili.com/video/BV1wJ411y7DS?t=181.2</a:t>
            </a:r>
            <a:r>
              <a:rPr lang="en-US" altLang="zh-CN" dirty="0"/>
              <a:t> </a:t>
            </a:r>
            <a:br>
              <a:rPr lang="zh-CN" altLang="en-US" sz="2400" dirty="0"/>
            </a:br>
            <a:r>
              <a:rPr lang="en-US" altLang="zh-CN" sz="2400" dirty="0"/>
              <a:t>	</a:t>
            </a:r>
            <a:endParaRPr lang="zh-CN" altLang="en-US" sz="2400" dirty="0"/>
          </a:p>
          <a:p>
            <a:r>
              <a:rPr lang="zh-CN" altLang="en-US" sz="2400" dirty="0"/>
              <a:t>   </a:t>
            </a:r>
            <a:r>
              <a:rPr lang="en-US" altLang="zh-CN" sz="2400" dirty="0"/>
              <a:t>3.</a:t>
            </a:r>
            <a:r>
              <a:rPr lang="zh-CN" altLang="en-US" sz="2400" dirty="0"/>
              <a:t> “怎样通过海龟移动判断两人是否相遇？”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定义相遇点：坐标相等（误差小于</a:t>
            </a:r>
            <a:r>
              <a:rPr lang="en-US" altLang="zh-CN" sz="2400" dirty="0"/>
              <a:t>1</a:t>
            </a:r>
            <a:r>
              <a:rPr lang="zh-CN" altLang="en-US" sz="2400" dirty="0"/>
              <a:t>像素）</a:t>
            </a:r>
            <a:endParaRPr lang="en-US" altLang="zh-CN" sz="2400" dirty="0"/>
          </a:p>
          <a:p>
            <a:r>
              <a:rPr lang="en-US" altLang="zh-CN" sz="2400" dirty="0"/>
              <a:t>	python</a:t>
            </a:r>
            <a:r>
              <a:rPr lang="zh-CN" altLang="en-US" sz="2400" dirty="0"/>
              <a:t>知识点：</a:t>
            </a:r>
            <a:r>
              <a:rPr lang="en-US" altLang="zh-CN" sz="2400" dirty="0" err="1"/>
              <a:t>xcor</a:t>
            </a:r>
            <a:r>
              <a:rPr lang="en-US" altLang="zh-CN" sz="2400" dirty="0"/>
              <a:t>()</a:t>
            </a:r>
            <a:r>
              <a:rPr lang="zh-CN" altLang="en-US" sz="2400" dirty="0"/>
              <a:t>  </a:t>
            </a:r>
            <a:r>
              <a:rPr lang="en-US" altLang="zh-CN" sz="2400" dirty="0"/>
              <a:t>x</a:t>
            </a:r>
            <a:r>
              <a:rPr lang="zh-CN" altLang="en-US" sz="2400" dirty="0"/>
              <a:t>坐标       </a:t>
            </a:r>
            <a:r>
              <a:rPr lang="en-US" altLang="zh-CN" sz="2400" dirty="0" err="1"/>
              <a:t>ycor</a:t>
            </a:r>
            <a:r>
              <a:rPr lang="en-US" altLang="zh-CN" sz="2400" dirty="0"/>
              <a:t>()</a:t>
            </a:r>
            <a:r>
              <a:rPr lang="zh-CN" altLang="en-US" sz="2400" dirty="0"/>
              <a:t>   </a:t>
            </a:r>
            <a:r>
              <a:rPr lang="en-US" altLang="zh-CN" sz="2400" dirty="0"/>
              <a:t>y</a:t>
            </a:r>
            <a:r>
              <a:rPr lang="zh-CN" altLang="en-US" sz="2400" dirty="0"/>
              <a:t>坐标</a:t>
            </a:r>
          </a:p>
        </p:txBody>
      </p:sp>
    </p:spTree>
  </p:cSld>
  <p:clrMapOvr>
    <a:masterClrMapping/>
  </p:clrMapOvr>
  <p:transition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766707" y="1052540"/>
            <a:ext cx="4992555" cy="473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画方格海龟指令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4908" y="1904571"/>
            <a:ext cx="9610817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 err="1"/>
              <a:t>turtle.Turtle</a:t>
            </a:r>
            <a:r>
              <a:rPr lang="en-US" altLang="zh-CN" sz="2400" b="1" dirty="0"/>
              <a:t>()</a:t>
            </a:r>
            <a:r>
              <a:rPr lang="en-US" altLang="zh-CN" sz="2400" dirty="0"/>
              <a:t>	</a:t>
            </a:r>
            <a:r>
              <a:rPr lang="zh-CN" altLang="en-US" sz="2400" dirty="0"/>
              <a:t>创建海龟对象</a:t>
            </a:r>
            <a:endParaRPr lang="en-US" altLang="zh-CN" sz="2400" dirty="0"/>
          </a:p>
          <a:p>
            <a:r>
              <a:rPr lang="en-US" altLang="zh-CN" sz="2400" b="1" dirty="0" err="1"/>
              <a:t>goto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x,y</a:t>
            </a:r>
            <a:r>
              <a:rPr lang="en-US" altLang="zh-CN" sz="2400" b="1" dirty="0"/>
              <a:t>)</a:t>
            </a:r>
            <a:r>
              <a:rPr lang="en-US" altLang="zh-CN" sz="2400" dirty="0"/>
              <a:t>		</a:t>
            </a:r>
            <a:r>
              <a:rPr lang="zh-CN" altLang="en-US" sz="2400" dirty="0"/>
              <a:t>移动到指定坐标</a:t>
            </a:r>
            <a:endParaRPr lang="en-US" altLang="zh-CN" sz="2400" dirty="0"/>
          </a:p>
          <a:p>
            <a:r>
              <a:rPr lang="en-US" altLang="zh-CN" sz="2400" b="1" dirty="0" err="1"/>
              <a:t>penup</a:t>
            </a:r>
            <a:r>
              <a:rPr lang="en-US" altLang="zh-CN" sz="2400" b="1" dirty="0"/>
              <a:t>()</a:t>
            </a:r>
            <a:r>
              <a:rPr lang="en-US" altLang="zh-CN" sz="2400" dirty="0"/>
              <a:t>		</a:t>
            </a:r>
            <a:r>
              <a:rPr lang="zh-CN" altLang="en-US" sz="2400" dirty="0"/>
              <a:t>控制抬笔</a:t>
            </a:r>
            <a:endParaRPr lang="en-US" altLang="zh-CN" sz="2400" dirty="0"/>
          </a:p>
          <a:p>
            <a:r>
              <a:rPr lang="en-US" altLang="zh-CN" sz="2400" b="1" dirty="0" err="1"/>
              <a:t>pendown</a:t>
            </a:r>
            <a:r>
              <a:rPr lang="en-US" altLang="zh-CN" sz="2400" b="1" dirty="0"/>
              <a:t>()	</a:t>
            </a:r>
            <a:r>
              <a:rPr lang="en-US" altLang="zh-CN" sz="2400" dirty="0"/>
              <a:t>	</a:t>
            </a:r>
            <a:r>
              <a:rPr lang="zh-CN" altLang="en-US" sz="2400" dirty="0"/>
              <a:t>控制落笔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b="1" dirty="0"/>
              <a:t>def			</a:t>
            </a:r>
            <a:r>
              <a:rPr lang="zh-CN" altLang="en-US" sz="2400" dirty="0"/>
              <a:t>自定义函数</a:t>
            </a:r>
            <a:endParaRPr lang="en-US" altLang="zh-CN" sz="2400" dirty="0"/>
          </a:p>
          <a:p>
            <a:r>
              <a:rPr lang="en-US" altLang="zh-CN" sz="2400" dirty="0">
                <a:hlinkClick r:id="rId2"/>
              </a:rPr>
              <a:t>Python</a:t>
            </a:r>
            <a:r>
              <a:rPr lang="zh-CN" altLang="en-US" sz="2400" dirty="0">
                <a:hlinkClick r:id="rId2"/>
              </a:rPr>
              <a:t>基础 </a:t>
            </a:r>
            <a:r>
              <a:rPr lang="en-US" altLang="zh-CN" sz="2400" dirty="0">
                <a:hlinkClick r:id="rId2"/>
              </a:rPr>
              <a:t>42 </a:t>
            </a:r>
            <a:r>
              <a:rPr lang="zh-CN" altLang="en-US" sz="2400" dirty="0">
                <a:hlinkClick r:id="rId2"/>
              </a:rPr>
              <a:t>自定义函数</a:t>
            </a:r>
            <a:r>
              <a:rPr lang="en-US" altLang="zh-CN" sz="2400" dirty="0">
                <a:hlinkClick r:id="rId2"/>
              </a:rPr>
              <a:t>_</a:t>
            </a:r>
            <a:r>
              <a:rPr lang="zh-CN" altLang="en-US" sz="2400" dirty="0">
                <a:hlinkClick r:id="rId2"/>
              </a:rPr>
              <a:t>哔哩哔哩</a:t>
            </a:r>
            <a:r>
              <a:rPr lang="en-US" altLang="zh-CN" sz="2400" dirty="0">
                <a:hlinkClick r:id="rId2"/>
              </a:rPr>
              <a:t>_</a:t>
            </a:r>
            <a:r>
              <a:rPr lang="en-US" altLang="zh-CN" sz="2400" dirty="0" err="1">
                <a:hlinkClick r:id="rId2"/>
              </a:rPr>
              <a:t>bilibili</a:t>
            </a:r>
            <a:endParaRPr lang="en-US" altLang="zh-CN" sz="2400" dirty="0"/>
          </a:p>
          <a:p>
            <a:r>
              <a:rPr lang="en-US" altLang="zh-CN" sz="2400" dirty="0"/>
              <a:t>For</a:t>
            </a:r>
            <a:r>
              <a:rPr lang="zh-CN" altLang="en-US" sz="2400" dirty="0"/>
              <a:t>循环</a:t>
            </a:r>
            <a:r>
              <a:rPr lang="zh-CN" altLang="en-US" sz="2400" dirty="0">
                <a:hlinkClick r:id="rId3"/>
              </a:rPr>
              <a:t>https://www.bilibili.com/video/BV1Ef4y1m7qz?t=53.8</a:t>
            </a:r>
            <a:r>
              <a:rPr lang="zh-CN" altLang="en-US" sz="2400" dirty="0"/>
              <a:t> </a:t>
            </a:r>
          </a:p>
          <a:p>
            <a:endParaRPr lang="zh-CN" altLang="en-US" sz="2400" dirty="0"/>
          </a:p>
        </p:txBody>
      </p:sp>
    </p:spTree>
  </p:cSld>
  <p:clrMapOvr>
    <a:masterClrMapping/>
  </p:clrMapOvr>
  <p:transition>
    <p:sndAc>
      <p:endSnd/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26EA-4B1E-FC11-FD12-649A8EB4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52E532-3984-66A8-3FD9-029529CD6396}"/>
              </a:ext>
            </a:extLst>
          </p:cNvPr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3" name="文本框 12">
              <a:extLst>
                <a:ext uri="{FF2B5EF4-FFF2-40B4-BE49-F238E27FC236}">
                  <a16:creationId xmlns:a16="http://schemas.microsoft.com/office/drawing/2014/main" id="{242485B0-1C6A-377F-69A8-976DF3CCC90B}"/>
                </a:ext>
              </a:extLst>
            </p:cNvPr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13">
              <a:extLst>
                <a:ext uri="{FF2B5EF4-FFF2-40B4-BE49-F238E27FC236}">
                  <a16:creationId xmlns:a16="http://schemas.microsoft.com/office/drawing/2014/main" id="{69CA1597-0A01-13CE-647B-F8368AE933D3}"/>
                </a:ext>
              </a:extLst>
            </p:cNvPr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54C1983E-F96F-EE42-FE56-93811CAFB20E}"/>
              </a:ext>
            </a:extLst>
          </p:cNvPr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: 圆角 16">
            <a:extLst>
              <a:ext uri="{FF2B5EF4-FFF2-40B4-BE49-F238E27FC236}">
                <a16:creationId xmlns:a16="http://schemas.microsoft.com/office/drawing/2014/main" id="{F3A4E633-D05C-B918-1FAA-776A0833C217}"/>
              </a:ext>
            </a:extLst>
          </p:cNvPr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903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9F32B-1366-2096-E304-444ADA10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8849F39-3644-2C04-735B-854074A0E9AA}"/>
              </a:ext>
            </a:extLst>
          </p:cNvPr>
          <p:cNvGrpSpPr/>
          <p:nvPr/>
        </p:nvGrpSpPr>
        <p:grpSpPr>
          <a:xfrm>
            <a:off x="1128173" y="143392"/>
            <a:ext cx="5060096" cy="646331"/>
            <a:chOff x="6080760" y="1044564"/>
            <a:chExt cx="5060096" cy="646331"/>
          </a:xfrm>
        </p:grpSpPr>
        <p:sp>
          <p:nvSpPr>
            <p:cNvPr id="3" name="文本框 12">
              <a:extLst>
                <a:ext uri="{FF2B5EF4-FFF2-40B4-BE49-F238E27FC236}">
                  <a16:creationId xmlns:a16="http://schemas.microsoft.com/office/drawing/2014/main" id="{F6113888-00C7-2064-5B1A-D5059077C340}"/>
                </a:ext>
              </a:extLst>
            </p:cNvPr>
            <p:cNvSpPr txBox="1"/>
            <p:nvPr/>
          </p:nvSpPr>
          <p:spPr>
            <a:xfrm>
              <a:off x="6080760" y="1044564"/>
              <a:ext cx="223361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ONE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13">
              <a:extLst>
                <a:ext uri="{FF2B5EF4-FFF2-40B4-BE49-F238E27FC236}">
                  <a16:creationId xmlns:a16="http://schemas.microsoft.com/office/drawing/2014/main" id="{02B71EEB-183E-42A8-4CC4-61586357C87E}"/>
                </a:ext>
              </a:extLst>
            </p:cNvPr>
            <p:cNvSpPr txBox="1"/>
            <p:nvPr/>
          </p:nvSpPr>
          <p:spPr>
            <a:xfrm>
              <a:off x="7303642" y="1106715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1364B7EF-673B-B82B-02B9-5827AE95BFFD}"/>
              </a:ext>
            </a:extLst>
          </p:cNvPr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矩形: 圆角 16">
            <a:extLst>
              <a:ext uri="{FF2B5EF4-FFF2-40B4-BE49-F238E27FC236}">
                <a16:creationId xmlns:a16="http://schemas.microsoft.com/office/drawing/2014/main" id="{89E95272-3CA5-D234-21E3-2B79A223B9EF}"/>
              </a:ext>
            </a:extLst>
          </p:cNvPr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780790-7DCB-0DED-D139-EF9A061F6A2A}"/>
              </a:ext>
            </a:extLst>
          </p:cNvPr>
          <p:cNvSpPr txBox="1"/>
          <p:nvPr/>
        </p:nvSpPr>
        <p:spPr>
          <a:xfrm>
            <a:off x="1486694" y="3933056"/>
            <a:ext cx="6292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For</a:t>
            </a:r>
            <a:r>
              <a:rPr lang="zh-CN" altLang="en-US" dirty="0"/>
              <a:t>循环</a:t>
            </a:r>
            <a:r>
              <a:rPr lang="zh-CN" altLang="en-US" dirty="0">
                <a:hlinkClick r:id="rId2"/>
              </a:rPr>
              <a:t>https://www.bilibili.com/video/BV1Ef4y1m7qz?t=53.8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135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4987706" cy="645160"/>
            <a:chOff x="6080760" y="1044564"/>
            <a:chExt cx="4987706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231252" y="111370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839097" y="980785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en-US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练习二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6785" y="1628775"/>
            <a:ext cx="7554595" cy="3124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3200"/>
              <a:t>下面哪些变量名称是正确的，哪些是错误的？请用python验证下</a:t>
            </a:r>
          </a:p>
          <a:p>
            <a:endParaRPr lang="zh-CN" altLang="en-US" sz="3200"/>
          </a:p>
          <a:p>
            <a:r>
              <a:rPr lang="en-US" altLang="zh-CN" sz="3200"/>
              <a:t>1.   </a:t>
            </a:r>
            <a:r>
              <a:rPr lang="zh-CN" altLang="en-US" sz="3200"/>
              <a:t>18Age = 18</a:t>
            </a:r>
          </a:p>
          <a:p>
            <a:r>
              <a:rPr lang="en-US" altLang="zh-CN" sz="3200"/>
              <a:t>2.   </a:t>
            </a:r>
            <a:r>
              <a:rPr lang="zh-CN" altLang="en-US" sz="3200"/>
              <a:t>__ = "what"</a:t>
            </a:r>
          </a:p>
          <a:p>
            <a:r>
              <a:rPr lang="en-US" altLang="zh-CN" sz="3200"/>
              <a:t>3.   </a:t>
            </a:r>
            <a:r>
              <a:rPr lang="zh-CN" altLang="en-US" sz="3200"/>
              <a:t>class6 = 6</a:t>
            </a:r>
          </a:p>
          <a:p>
            <a:r>
              <a:rPr lang="en-US" altLang="zh-CN" sz="3200"/>
              <a:t>4.   </a:t>
            </a:r>
            <a:r>
              <a:rPr lang="zh-CN" altLang="en-US" sz="3200"/>
              <a:t>name@K = 6</a:t>
            </a:r>
          </a:p>
          <a:p>
            <a:r>
              <a:rPr lang="en-US" altLang="zh-CN" sz="3200"/>
              <a:t>5.   </a:t>
            </a:r>
            <a:r>
              <a:rPr lang="zh-CN" altLang="en-US" sz="3200"/>
              <a:t>namE = '18**#'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62930" y="2924810"/>
            <a:ext cx="6133465" cy="275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/>
              <a:t>- </a:t>
            </a:r>
            <a:r>
              <a:rPr lang="en-US" altLang="zh-CN" sz="2400"/>
              <a:t>1. </a:t>
            </a:r>
            <a:r>
              <a:rPr lang="zh-CN" altLang="en-US" sz="2400"/>
              <a:t>以数字开头，错误</a:t>
            </a:r>
          </a:p>
          <a:p>
            <a:r>
              <a:rPr lang="zh-CN" altLang="en-US" sz="2400"/>
              <a:t>- </a:t>
            </a:r>
            <a:r>
              <a:rPr lang="en-US" altLang="zh-CN" sz="2400"/>
              <a:t>2. </a:t>
            </a:r>
            <a:r>
              <a:rPr lang="zh-CN" altLang="en-US" sz="2400"/>
              <a:t>正确，变量名中可以包含的特殊符号只有下划线，可以出现在任何位置</a:t>
            </a:r>
          </a:p>
          <a:p>
            <a:r>
              <a:rPr lang="zh-CN" altLang="en-US" sz="2400"/>
              <a:t>- </a:t>
            </a:r>
            <a:r>
              <a:rPr lang="en-US" altLang="zh-CN" sz="2400"/>
              <a:t>3. </a:t>
            </a:r>
            <a:r>
              <a:rPr lang="zh-CN" altLang="en-US" sz="2400"/>
              <a:t>正确</a:t>
            </a:r>
          </a:p>
          <a:p>
            <a:r>
              <a:rPr lang="zh-CN" altLang="en-US" sz="2400"/>
              <a:t>- </a:t>
            </a:r>
            <a:r>
              <a:rPr lang="en-US" altLang="zh-CN" sz="2400"/>
              <a:t>4. </a:t>
            </a:r>
            <a:r>
              <a:rPr lang="zh-CN" altLang="en-US" sz="2400"/>
              <a:t>包含特殊符号@，错误</a:t>
            </a:r>
          </a:p>
          <a:p>
            <a:r>
              <a:rPr lang="zh-CN" altLang="en-US" sz="2400"/>
              <a:t>- </a:t>
            </a:r>
            <a:r>
              <a:rPr lang="en-US" altLang="zh-CN" sz="2400"/>
              <a:t>5. </a:t>
            </a:r>
            <a:r>
              <a:rPr lang="zh-CN" altLang="en-US" sz="2400"/>
              <a:t>正确，值是字符串，字符串中可以包含任意符号。值不是变量名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835" y="5763260"/>
            <a:ext cx="1109345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>
                <a:sym typeface="+mn-ea"/>
              </a:rPr>
              <a:t>变量名由</a:t>
            </a:r>
            <a:r>
              <a:rPr lang="en-US" altLang="zh-CN" sz="3200">
                <a:sym typeface="+mn-ea"/>
              </a:rPr>
              <a:t>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字母、数字、下划线</a:t>
            </a:r>
            <a:r>
              <a:rPr lang="zh-CN" altLang="en-US" sz="3200">
                <a:sym typeface="+mn-ea"/>
              </a:rPr>
              <a:t>构成，不能以数字开头，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区分大小写</a:t>
            </a:r>
            <a:r>
              <a:rPr lang="zh-CN" altLang="en-US" sz="3200">
                <a:sym typeface="+mn-ea"/>
              </a:rPr>
              <a:t>（大小写敏感）</a:t>
            </a:r>
          </a:p>
        </p:txBody>
      </p:sp>
    </p:spTree>
  </p:cSld>
  <p:clrMapOvr>
    <a:masterClrMapping/>
  </p:clrMapOvr>
  <p:transition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35262" y="110715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语法总结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6400" y="1942465"/>
            <a:ext cx="1083310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每个变量在使用前都必须赋值，变量赋值以后该变量才会被创建。等号 = 运算符左边是一个变量名，等号 = 运算符右边是存储在变量中的值</a:t>
            </a:r>
          </a:p>
          <a:p>
            <a:endParaRPr lang="zh-CN" altLang="en-US" sz="2000"/>
          </a:p>
          <a:p>
            <a:r>
              <a:rPr lang="zh-CN" altLang="en-US" sz="2000"/>
              <a:t>变量名由数字、字母、下划线三部分组成，且不能以数字开头。除了下划线不得包含其他特殊符号。区分大小写（大小写敏感）</a:t>
            </a:r>
          </a:p>
          <a:p>
            <a:endParaRPr lang="zh-CN" altLang="en-US" sz="2000"/>
          </a:p>
          <a:p>
            <a:r>
              <a:rPr lang="zh-CN" altLang="en-US" sz="2000"/>
              <a:t>关于元组、列表、字典</a:t>
            </a:r>
          </a:p>
          <a:p>
            <a:r>
              <a:rPr lang="zh-CN" altLang="en-US" sz="2000"/>
              <a:t>元组符号是一对小括号 ()，里面的元素用逗号隔开，不可以添加、删除和修改括号中的元素</a:t>
            </a:r>
          </a:p>
          <a:p>
            <a:r>
              <a:rPr lang="zh-CN" altLang="en-US" sz="2000"/>
              <a:t>列表符号是一对中括号 [], 里面的元素用逗号隔开，可以向中括号里添加、删除、修改元素</a:t>
            </a:r>
          </a:p>
          <a:p>
            <a:r>
              <a:rPr lang="zh-CN" altLang="en-US" sz="2000"/>
              <a:t>字典符号是一对大括号 {}, 里面的元素用逗号隔开，可以向大括号中添加、删除、修改元素</a:t>
            </a:r>
          </a:p>
          <a:p>
            <a:r>
              <a:rPr lang="zh-CN" altLang="en-US" sz="2000"/>
              <a:t>字典由索引(key)和它对应的值value组成，元组和列表只有值，没有索引</a:t>
            </a:r>
          </a:p>
          <a:p>
            <a:endParaRPr lang="zh-CN" altLang="en-US" sz="2000"/>
          </a:p>
          <a:p>
            <a:r>
              <a:rPr lang="zh-CN" altLang="en-US" sz="2000"/>
              <a:t>对于元组、列表、字典等数据类型，他们可以包含其他类型的数据，所以表示的是一组相关数据，而不是单一数据。往往要在这些数据类型上进行查找元素、添加元素、删除元素等操作。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4439285" y="2564765"/>
            <a:ext cx="2499995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5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</a:t>
            </a:r>
            <a:r>
              <a:rPr lang="en-US" altLang="zh-CN" sz="5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    </a:t>
            </a:r>
            <a:r>
              <a:rPr lang="zh-CN" altLang="zh-CN" sz="5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表</a:t>
            </a:r>
            <a:r>
              <a:rPr lang="en-US" altLang="zh-CN" sz="5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4366895" y="3861435"/>
            <a:ext cx="2499995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zh-CN" sz="2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L = [ ]</a:t>
            </a:r>
            <a:r>
              <a:rPr lang="en-US" altLang="zh-CN" sz="54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35262" y="110715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6445" y="1866900"/>
            <a:ext cx="10277475" cy="2423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/>
              <a:t>适用场景：用一个变量名表示批量数据。</a:t>
            </a:r>
          </a:p>
          <a:p>
            <a:endParaRPr lang="zh-CN" altLang="en-US" sz="2000"/>
          </a:p>
          <a:p>
            <a:r>
              <a:rPr lang="zh-CN" altLang="en-US" sz="2000"/>
              <a:t>一维结构</a:t>
            </a:r>
          </a:p>
          <a:p>
            <a:r>
              <a:rPr lang="zh-CN" altLang="en-US" sz="2000"/>
              <a:t>数据：张三，18，高三3班，五中</a:t>
            </a:r>
          </a:p>
          <a:p>
            <a:r>
              <a:rPr lang="zh-CN" altLang="en-US" sz="2000"/>
              <a:t>列表表示：student1=["张三",18,"高三3班","五中"]</a:t>
            </a:r>
          </a:p>
          <a:p>
            <a:endParaRPr lang="zh-CN" altLang="en-US" sz="2000"/>
          </a:p>
          <a:p>
            <a:r>
              <a:rPr lang="zh-CN" altLang="en-US" sz="2000"/>
              <a:t>二维结构</a:t>
            </a:r>
          </a:p>
          <a:p>
            <a:endParaRPr lang="zh-CN" altLang="en-US" sz="2800"/>
          </a:p>
          <a:p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5447030" y="425831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# 列表表示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studens = [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   ["张三",18,"高三3班","五中"],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   ["李四",18,"高三2班","五中"],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   ["王五",17,"高三3班","五中"]  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]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" y="4149090"/>
            <a:ext cx="3527425" cy="204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35262" y="110715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列表应用场景</a:t>
            </a: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460375" y="2564765"/>
            <a:ext cx="5259705" cy="3366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6022975" y="2564765"/>
            <a:ext cx="5600065" cy="3348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623570" y="1917065"/>
            <a:ext cx="106127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装备列表可以用类似列表的结构暂存数据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23197" y="908395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列表操作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4735" y="1544955"/>
            <a:ext cx="10277475" cy="5093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600"/>
              <a:t>- </a:t>
            </a:r>
            <a:r>
              <a:rPr lang="zh-CN" altLang="en-US" sz="1600"/>
              <a:t>列表创建与数据的表示</a:t>
            </a:r>
          </a:p>
          <a:p>
            <a:r>
              <a:rPr lang="zh-CN" altLang="en-US" sz="1600"/>
              <a:t>创建空列表</a:t>
            </a:r>
            <a:r>
              <a:rPr lang="en-US" altLang="zh-CN" sz="1600"/>
              <a:t>    things = [ ]</a:t>
            </a:r>
            <a:endParaRPr lang="zh-CN" altLang="en-US" sz="1600"/>
          </a:p>
          <a:p>
            <a:r>
              <a:rPr lang="zh-CN" altLang="en-US" sz="1600"/>
              <a:t>赋值同时创建things = ["苹果","香蕉"，"橙子"，"梨子"，"猕猴桃"，"柚子"，"猴魁"，"铁观音"，"毛笔"，"宣纸"]</a:t>
            </a:r>
          </a:p>
          <a:p>
            <a:endParaRPr lang="zh-CN" altLang="en-US" sz="1600"/>
          </a:p>
          <a:p>
            <a:r>
              <a:rPr lang="zh-CN" altLang="en-US" sz="1600"/>
              <a:t>- 列表数据的访问</a:t>
            </a:r>
          </a:p>
          <a:p>
            <a:r>
              <a:rPr lang="zh-CN" altLang="en-US" sz="1600"/>
              <a:t>列表中的数据会按在列表中的顺序自动产生编号,编号从0开始。</a:t>
            </a:r>
          </a:p>
          <a:p>
            <a:r>
              <a:rPr lang="zh-CN" altLang="en-US" sz="1600"/>
              <a:t>随机抽取物品时，用列表名称加编号的方式。 things[0],things[4]</a:t>
            </a:r>
          </a:p>
          <a:p>
            <a:endParaRPr lang="zh-CN" altLang="en-US" sz="1600"/>
          </a:p>
          <a:p>
            <a:r>
              <a:rPr lang="zh-CN" altLang="en-US" sz="1600"/>
              <a:t>- 列表数据的修改</a:t>
            </a:r>
          </a:p>
          <a:p>
            <a:r>
              <a:rPr lang="zh-CN" altLang="en-US" sz="1600"/>
              <a:t>通过直接给列表元素赋值来实现。</a:t>
            </a:r>
          </a:p>
          <a:p>
            <a:r>
              <a:rPr lang="zh-CN" altLang="en-US" sz="1600"/>
              <a:t>things[5] = "西瓜"</a:t>
            </a:r>
          </a:p>
          <a:p>
            <a:endParaRPr lang="zh-CN" altLang="en-US" sz="1600"/>
          </a:p>
          <a:p>
            <a:r>
              <a:rPr lang="zh-CN" altLang="en-US" sz="1600"/>
              <a:t>- 添加列表元素</a:t>
            </a:r>
          </a:p>
          <a:p>
            <a:r>
              <a:rPr lang="zh-CN" altLang="en-US" sz="1600"/>
              <a:t>添加元素的命令是 append()函数，用法如下</a:t>
            </a:r>
          </a:p>
          <a:p>
            <a:endParaRPr lang="zh-CN" altLang="en-US" sz="1600"/>
          </a:p>
          <a:p>
            <a:r>
              <a:rPr lang="zh-CN" altLang="en-US" sz="1600"/>
              <a:t>things.append("火车")</a:t>
            </a:r>
          </a:p>
          <a:p>
            <a:endParaRPr lang="zh-CN" altLang="en-US" sz="1600"/>
          </a:p>
          <a:p>
            <a:r>
              <a:rPr lang="zh-CN" altLang="en-US" sz="1600"/>
              <a:t>- 删除元素</a:t>
            </a:r>
          </a:p>
          <a:p>
            <a:endParaRPr lang="zh-CN" altLang="en-US" sz="1600"/>
          </a:p>
          <a:p>
            <a:r>
              <a:rPr lang="zh-CN" altLang="en-US" sz="1600"/>
              <a:t>按元素名称删除：things.remove("橙子")</a:t>
            </a:r>
          </a:p>
          <a:p>
            <a:r>
              <a:rPr lang="zh-CN" altLang="en-US" sz="1600"/>
              <a:t>按位置删除：del things[2]</a:t>
            </a:r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35262" y="110715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练习三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835" y="2132965"/>
            <a:ext cx="10277475" cy="3533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/>
              <a:t>用列表表示一个学习小组成员 group1=["张三","李四",“王五”，"小红","小刚","小明"]，请用python表示如下事件</a:t>
            </a:r>
          </a:p>
          <a:p>
            <a:endParaRPr lang="zh-CN" altLang="en-US" sz="2800"/>
          </a:p>
          <a:p>
            <a:r>
              <a:rPr lang="en-US" altLang="zh-CN" sz="2800"/>
              <a:t>1. </a:t>
            </a:r>
            <a:r>
              <a:rPr lang="zh-CN" altLang="en-US" sz="2800"/>
              <a:t>一名叫Tom和一名叫Jerry的新同学先后加入小组</a:t>
            </a:r>
          </a:p>
          <a:p>
            <a:r>
              <a:rPr lang="en-US" altLang="zh-CN" sz="2800"/>
              <a:t>2. </a:t>
            </a:r>
            <a:r>
              <a:rPr lang="zh-CN" altLang="en-US" sz="2800"/>
              <a:t>李四转学离开了</a:t>
            </a:r>
          </a:p>
          <a:p>
            <a:r>
              <a:rPr lang="en-US" altLang="zh-CN" sz="2800"/>
              <a:t>3. </a:t>
            </a:r>
            <a:r>
              <a:rPr lang="zh-CN" altLang="en-US" sz="2800"/>
              <a:t>把“小红”选出来</a:t>
            </a:r>
          </a:p>
          <a:p>
            <a:r>
              <a:rPr lang="en-US" altLang="zh-CN" sz="2800"/>
              <a:t>4. </a:t>
            </a:r>
            <a:r>
              <a:rPr lang="zh-CN" altLang="zh-CN" sz="2800"/>
              <a:t>用一条语句一次性选出</a:t>
            </a:r>
            <a:r>
              <a:rPr lang="en-US" altLang="zh-CN" sz="2800"/>
              <a:t>“</a:t>
            </a:r>
            <a:r>
              <a:rPr lang="zh-CN" altLang="en-US" sz="2800"/>
              <a:t>小红</a:t>
            </a:r>
            <a:r>
              <a:rPr lang="en-US" altLang="zh-CN" sz="2800"/>
              <a:t>”</a:t>
            </a:r>
            <a:r>
              <a:rPr lang="zh-CN" altLang="en-US" sz="2800"/>
              <a:t>、</a:t>
            </a:r>
            <a:r>
              <a:rPr lang="en-US" altLang="zh-CN" sz="2800"/>
              <a:t>“</a:t>
            </a:r>
            <a:r>
              <a:rPr lang="zh-CN" altLang="en-US" sz="2800"/>
              <a:t>小刚</a:t>
            </a:r>
            <a:r>
              <a:rPr lang="en-US" altLang="zh-CN" sz="2800"/>
              <a:t>”</a:t>
            </a:r>
            <a:r>
              <a:rPr lang="zh-CN" altLang="en-US" sz="2800"/>
              <a:t>、</a:t>
            </a:r>
            <a:r>
              <a:rPr lang="en-US" altLang="zh-CN" sz="2800"/>
              <a:t>“</a:t>
            </a:r>
            <a:r>
              <a:rPr lang="zh-CN" altLang="en-US" sz="2800"/>
              <a:t>小明</a:t>
            </a:r>
            <a:r>
              <a:rPr lang="en-US" altLang="zh-CN" sz="2800"/>
              <a:t>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0807" y="78838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练习三答案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645" y="1304925"/>
            <a:ext cx="11527155" cy="3533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/>
              <a:t>考察向列表中添加元素，append是添加到列表尾部，题目要求先后加入，所以先添加Tom，后添加Jerry，顺序不能反</a:t>
            </a:r>
          </a:p>
          <a:p>
            <a:r>
              <a:rPr lang="zh-CN" altLang="en-US" sz="2400"/>
              <a:t>  - group1.append("Tom")</a:t>
            </a:r>
          </a:p>
          <a:p>
            <a:r>
              <a:rPr lang="zh-CN" altLang="en-US" sz="2400"/>
              <a:t>  - group1.append("Jerry")</a:t>
            </a:r>
          </a:p>
          <a:p>
            <a:endParaRPr lang="zh-CN" altLang="en-US" sz="2400"/>
          </a:p>
          <a:p>
            <a:r>
              <a:rPr lang="zh-CN" altLang="en-US" sz="2400"/>
              <a:t>- 转学意味着从列表中删除元素，有两种删除方法，一种通过元素名称删除 ，一种通过索引删除</a:t>
            </a:r>
          </a:p>
          <a:p>
            <a:r>
              <a:rPr lang="zh-CN" altLang="en-US" sz="2400"/>
              <a:t>  - 通过元素名称删除：group1.remove("李四")</a:t>
            </a:r>
          </a:p>
          <a:p>
            <a:r>
              <a:rPr lang="zh-CN" altLang="en-US" sz="2400"/>
              <a:t>  - 通过元素索引删除：del group1[3]，索引从0开始数</a:t>
            </a:r>
          </a:p>
          <a:p>
            <a:endParaRPr lang="zh-CN" altLang="en-US" sz="2400"/>
          </a:p>
          <a:p>
            <a:r>
              <a:rPr lang="zh-CN" altLang="en-US" sz="2400"/>
              <a:t>- 考察元素访问，直接用索引访问：group1[2]</a:t>
            </a:r>
          </a:p>
          <a:p>
            <a:endParaRPr lang="zh-CN" altLang="en-US" sz="2400"/>
          </a:p>
          <a:p>
            <a:r>
              <a:rPr lang="zh-CN" altLang="en-US" sz="2400"/>
              <a:t>- 考察连续的元素访问，可以单个访问，</a:t>
            </a:r>
          </a:p>
          <a:p>
            <a:r>
              <a:rPr lang="zh-CN" altLang="en-US" sz="2400"/>
              <a:t>  - group1[2],group1[3],group1[4]</a:t>
            </a:r>
          </a:p>
          <a:p>
            <a:r>
              <a:rPr lang="zh-CN" altLang="en-US" sz="2400"/>
              <a:t>  - 也可以用切片操作：group1[2:5]，切片是左闭右开区间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0807" y="78838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切片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1772920"/>
            <a:ext cx="10140315" cy="3086735"/>
          </a:xfrm>
          <a:prstGeom prst="rect">
            <a:avLst/>
          </a:prstGeom>
        </p:spPr>
      </p:pic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1055370" y="5085715"/>
            <a:ext cx="826198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切片格式</a:t>
            </a:r>
            <a:r>
              <a:rPr lang="en-US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    </a:t>
            </a: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列表名称</a:t>
            </a:r>
            <a:r>
              <a:rPr lang="en-US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[</a:t>
            </a: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头部索引：尾部索引</a:t>
            </a:r>
            <a:r>
              <a:rPr lang="en-US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0807" y="78838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练习四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835" y="1844675"/>
            <a:ext cx="10270490" cy="4130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/>
              <a:t>用"切片"技术进行如下操作</a:t>
            </a:r>
          </a:p>
          <a:p>
            <a:r>
              <a:rPr lang="en-US" altLang="zh-CN" sz="2800"/>
              <a:t>1. </a:t>
            </a:r>
            <a:r>
              <a:rPr lang="zh-CN" altLang="en-US" sz="2800"/>
              <a:t>从列表classes = ["日语班",“俄语班”，"1班","2班","3班","4班","5班","6班","7班","8班","9班","10班","11班","12班","13班","14班","15班","16班"]中分别选择5-10班，3-12班</a:t>
            </a:r>
          </a:p>
          <a:p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2. </a:t>
            </a:r>
            <a:r>
              <a:rPr lang="zh-CN" altLang="en-US" sz="2800"/>
              <a:t>从你的身份证号码中提取出出生年月日（身份证号码需要表示成字符串类型而不是数据类型，为什么？）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0807" y="788380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练习四答案</a:t>
            </a:r>
            <a:endParaRPr lang="zh-CN" sz="1600" dirty="0">
              <a:solidFill>
                <a:srgbClr val="FFFFF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0590" y="1484630"/>
            <a:ext cx="1069213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/>
              <a:t>1. </a:t>
            </a:r>
            <a:r>
              <a:rPr lang="zh-CN" altLang="en-US" sz="2800"/>
              <a:t>用切片操作</a:t>
            </a:r>
          </a:p>
          <a:p>
            <a:r>
              <a:rPr lang="zh-CN" altLang="en-US" sz="2800"/>
              <a:t>  - classes[6:12]</a:t>
            </a:r>
          </a:p>
          <a:p>
            <a:r>
              <a:rPr lang="zh-CN" altLang="en-US" sz="2800"/>
              <a:t>  - classes[4:14]</a:t>
            </a:r>
          </a:p>
          <a:p>
            <a:endParaRPr lang="zh-CN" altLang="en-US" sz="2800"/>
          </a:p>
          <a:p>
            <a:r>
              <a:rPr lang="en-US" altLang="zh-CN" sz="2800"/>
              <a:t>2. </a:t>
            </a:r>
            <a:r>
              <a:rPr lang="zh-CN" altLang="en-US" sz="2800"/>
              <a:t> 身份证号码有18位，出生年月日在第7-14位，用字符串切片操作，因为身份证号用普通数值表示太大，一般也不参与数值计算，所以用字符串类型表示。</a:t>
            </a:r>
          </a:p>
          <a:p>
            <a:r>
              <a:rPr lang="zh-CN" altLang="en-US" sz="2800"/>
              <a:t>  - str = '370303200808088808'</a:t>
            </a:r>
          </a:p>
          <a:p>
            <a:r>
              <a:rPr lang="zh-CN" altLang="en-US" sz="2800"/>
              <a:t>  - str[6:14]</a:t>
            </a:r>
          </a:p>
          <a:p>
            <a:r>
              <a:rPr lang="zh-CN" altLang="en-US" sz="2800"/>
              <a:t>  - 可以进一步把年、月、日单独提取出来</a:t>
            </a:r>
          </a:p>
          <a:p>
            <a:r>
              <a:rPr lang="zh-CN" altLang="en-US" sz="2800"/>
              <a:t>  - 年：str[6:10],月：str[10:12],日：str[12:14]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128173" y="143392"/>
            <a:ext cx="5105181" cy="645160"/>
            <a:chOff x="6080760" y="1044564"/>
            <a:chExt cx="5105181" cy="645160"/>
          </a:xfrm>
        </p:grpSpPr>
        <p:sp>
          <p:nvSpPr>
            <p:cNvPr id="44" name="文本框 12"/>
            <p:cNvSpPr txBox="1"/>
            <p:nvPr/>
          </p:nvSpPr>
          <p:spPr>
            <a:xfrm>
              <a:off x="6080760" y="1044564"/>
              <a:ext cx="2233611" cy="64516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49AAB"/>
                  </a:solidFill>
                  <a:cs typeface="+mn-ea"/>
                  <a:sym typeface="+mn-lt"/>
                </a:rPr>
                <a:t>TWO</a:t>
              </a:r>
              <a:endParaRPr lang="zh-CN" altLang="en-US" sz="3600" b="1" dirty="0">
                <a:solidFill>
                  <a:srgbClr val="049AAB"/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13"/>
            <p:cNvSpPr txBox="1"/>
            <p:nvPr/>
          </p:nvSpPr>
          <p:spPr>
            <a:xfrm>
              <a:off x="7348727" y="1089570"/>
              <a:ext cx="38372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: 圆角 9"/>
          <p:cNvSpPr/>
          <p:nvPr/>
        </p:nvSpPr>
        <p:spPr>
          <a:xfrm>
            <a:off x="-397463" y="336451"/>
            <a:ext cx="1344073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7" name="矩形: 圆角 16"/>
          <p:cNvSpPr/>
          <p:nvPr/>
        </p:nvSpPr>
        <p:spPr>
          <a:xfrm>
            <a:off x="3921981" y="336451"/>
            <a:ext cx="8270019" cy="383323"/>
          </a:xfrm>
          <a:prstGeom prst="roundRect">
            <a:avLst/>
          </a:prstGeom>
          <a:solidFill>
            <a:srgbClr val="049AAB"/>
          </a:solidFill>
          <a:ln w="3175">
            <a:noFill/>
            <a:miter lim="400000"/>
          </a:ln>
        </p:spPr>
        <p:txBody>
          <a:bodyPr rtlCol="0" anchor="ctr"/>
          <a:lstStyle/>
          <a:p>
            <a:pPr algn="ctr"/>
            <a:endParaRPr lang="zh-CN" altLang="en-US" sz="2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23197" y="908395"/>
            <a:ext cx="4992555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  <a:defRPr/>
            </a:pPr>
            <a:r>
              <a:rPr lang="zh-CN" altLang="zh-CN" sz="2800" b="1" dirty="0">
                <a:solidFill>
                  <a:srgbClr val="FFFFFF">
                    <a:lumMod val="50000"/>
                  </a:srgbClr>
                </a:solidFill>
                <a:cs typeface="+mn-ea"/>
                <a:sym typeface="+mn-lt"/>
              </a:rPr>
              <a:t>列表操作总结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0075" y="1544955"/>
            <a:ext cx="5086985" cy="5093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800"/>
              <a:t>-</a:t>
            </a:r>
            <a:r>
              <a:rPr lang="zh-CN" altLang="en-US" sz="2800"/>
              <a:t>适用场景</a:t>
            </a:r>
          </a:p>
          <a:p>
            <a:r>
              <a:rPr lang="en-US" altLang="zh-CN" sz="2000"/>
              <a:t> </a:t>
            </a:r>
          </a:p>
          <a:p>
            <a:r>
              <a:rPr lang="zh-CN" altLang="en-US" sz="2000"/>
              <a:t>一维或二维的批量数据</a:t>
            </a:r>
          </a:p>
          <a:p>
            <a:endParaRPr lang="zh-CN" altLang="en-US" sz="2000"/>
          </a:p>
          <a:p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- </a:t>
            </a:r>
            <a:r>
              <a:rPr lang="zh-CN" altLang="en-US" sz="2400">
                <a:solidFill>
                  <a:srgbClr val="FF0000"/>
                </a:solidFill>
              </a:rPr>
              <a:t>列表</a:t>
            </a:r>
            <a:r>
              <a:rPr lang="zh-CN" altLang="en-US" sz="2400"/>
              <a:t>创建与数据的表示</a:t>
            </a:r>
          </a:p>
          <a:p>
            <a:endParaRPr lang="zh-CN" altLang="en-US" sz="2000"/>
          </a:p>
          <a:p>
            <a:r>
              <a:rPr lang="zh-CN" altLang="en-US" sz="2000"/>
              <a:t>创建空列表</a:t>
            </a:r>
            <a:r>
              <a:rPr lang="en-US" altLang="zh-CN" sz="2000"/>
              <a:t>    </a:t>
            </a:r>
          </a:p>
          <a:p>
            <a:r>
              <a:rPr lang="en-US" altLang="zh-CN" sz="2000"/>
              <a:t>things = [ ]</a:t>
            </a:r>
          </a:p>
          <a:p>
            <a:endParaRPr lang="zh-CN" altLang="en-US" sz="2000"/>
          </a:p>
          <a:p>
            <a:r>
              <a:rPr lang="zh-CN" altLang="en-US" sz="2000"/>
              <a:t>赋值同时创建</a:t>
            </a:r>
          </a:p>
          <a:p>
            <a:r>
              <a:rPr lang="zh-CN" altLang="en-US" sz="2000"/>
              <a:t>things = ["苹果","香蕉"，"橙子"，"梨子"]</a:t>
            </a:r>
          </a:p>
          <a:p>
            <a:endParaRPr lang="zh-CN" altLang="en-US" sz="1600"/>
          </a:p>
          <a:p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5735320" y="1412875"/>
            <a:ext cx="6096000" cy="5313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sym typeface="+mn-ea"/>
              </a:rPr>
              <a:t>-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访问（查找）</a:t>
            </a:r>
            <a:r>
              <a:rPr lang="zh-CN" altLang="en-US" sz="2000">
                <a:sym typeface="+mn-ea"/>
              </a:rPr>
              <a:t>列表数据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ym typeface="+mn-ea"/>
              </a:rPr>
              <a:t>列表中的数据会按在列表中的顺序自动产生编号,编号从0开始。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things[0],things[4]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sym typeface="+mn-ea"/>
              </a:rPr>
              <a:t>-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修改</a:t>
            </a:r>
            <a:r>
              <a:rPr lang="zh-CN" altLang="en-US" sz="2000">
                <a:sym typeface="+mn-ea"/>
              </a:rPr>
              <a:t>列表数据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通过直接给列表元素赋值来实现。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things[5] = "西瓜"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sym typeface="+mn-ea"/>
              </a:rPr>
              <a:t>-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添加</a:t>
            </a:r>
            <a:r>
              <a:rPr lang="zh-CN" altLang="en-US" sz="2000">
                <a:sym typeface="+mn-ea"/>
              </a:rPr>
              <a:t>列表元素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添加元素的命令是 append()函数，用法如下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things.append("火车")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sym typeface="+mn-ea"/>
              </a:rPr>
              <a:t>-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删除</a:t>
            </a:r>
            <a:r>
              <a:rPr lang="zh-CN" altLang="en-US" sz="2000">
                <a:sym typeface="+mn-ea"/>
              </a:rPr>
              <a:t>元素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按元素名称删除：things.remove("橙子")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按位置删除：del things[2]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q0u3dh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1985</Words>
  <Application>Microsoft Office PowerPoint</Application>
  <PresentationFormat>自定义</PresentationFormat>
  <Paragraphs>202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方正细谭黑简体</vt:lpstr>
      <vt:lpstr>微软雅黑</vt:lpstr>
      <vt:lpstr>Arial</vt:lpstr>
      <vt:lpstr>Calibri</vt:lpstr>
      <vt:lpstr>Consolas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蓝色科技</dc:title>
  <dc:creator>第一PPT</dc:creator>
  <cp:keywords>www.1ppt.com</cp:keywords>
  <dc:description>www.1ppt.com</dc:description>
  <cp:lastModifiedBy>wenqian zhang</cp:lastModifiedBy>
  <cp:revision>58</cp:revision>
  <dcterms:created xsi:type="dcterms:W3CDTF">2020-09-07T11:24:00Z</dcterms:created>
  <dcterms:modified xsi:type="dcterms:W3CDTF">2025-11-28T07:13:06Z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59B3A1FB1F7C447397B1FAD47B08D205</vt:lpwstr>
  </property>
  <property fmtid="{D5CDD505-2E9C-101B-9397-08002B2CF9AE}" pid="3" name="KSOProductBuildVer">
    <vt:lpwstr>2052-11.8.2.12094</vt:lpwstr>
  </property>
</Properties>
</file>