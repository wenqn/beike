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8"/>
  </p:notesMasterIdLst>
  <p:handoutMasterIdLst>
    <p:handoutMasterId r:id="rId9"/>
  </p:handoutMasterIdLst>
  <p:sldIdLst>
    <p:sldId id="337" r:id="rId3"/>
    <p:sldId id="343" r:id="rId4"/>
    <p:sldId id="344" r:id="rId5"/>
    <p:sldId id="342" r:id="rId6"/>
    <p:sldId id="341" r:id="rId7"/>
  </p:sldIdLst>
  <p:sldSz cx="9144000" cy="5143500" type="screen16x9"/>
  <p:notesSz cx="5143500" cy="9144000"/>
  <p:custDataLst>
    <p:tags r:id="rId1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02" autoAdjust="0"/>
    <p:restoredTop sz="94883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108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68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ED92-AE51-3048-0B13-52F97EF0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168B9-A6DA-9D80-5578-909843644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A0985-E6E5-FB32-6D8C-F15D9AF44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13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8098-18E2-764B-1610-74946593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E5691-31DB-479C-3059-3D4BB8ABD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68EB1-CE1C-DFE4-49C8-1CDBCD122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38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507BC-EC7B-EA77-B0F0-B07EAB07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4DD68-AE14-A74C-7438-EC95B435D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9735A-1D2C-50A3-A0B0-1C07FC717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42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8077747" y="214478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fade/>
  </p:transition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hyperlink" Target="https://www.sojson.com/i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-27347" y="-198567"/>
            <a:ext cx="9518819" cy="5380055"/>
            <a:chOff x="-27347" y="-198567"/>
            <a:chExt cx="9518819" cy="5380055"/>
          </a:xfrm>
        </p:grpSpPr>
        <p:sp>
          <p:nvSpPr>
            <p:cNvPr id="3" name="任意多边形: 形状 2"/>
            <p:cNvSpPr/>
            <p:nvPr/>
          </p:nvSpPr>
          <p:spPr>
            <a:xfrm rot="15539691">
              <a:off x="5610374" y="251068"/>
              <a:ext cx="4330733" cy="3431463"/>
            </a:xfrm>
            <a:custGeom>
              <a:avLst/>
              <a:gdLst>
                <a:gd name="connsiteX0" fmla="*/ 5770078 w 5770078"/>
                <a:gd name="connsiteY0" fmla="*/ 1182951 h 4571930"/>
                <a:gd name="connsiteX1" fmla="*/ 5111011 w 5770078"/>
                <a:gd name="connsiteY1" fmla="*/ 4571930 h 4571930"/>
                <a:gd name="connsiteX2" fmla="*/ 13898 w 5770078"/>
                <a:gd name="connsiteY2" fmla="*/ 3580675 h 4571930"/>
                <a:gd name="connsiteX3" fmla="*/ 4246 w 5770078"/>
                <a:gd name="connsiteY3" fmla="*/ 3452927 h 4571930"/>
                <a:gd name="connsiteX4" fmla="*/ 0 w 5770078"/>
                <a:gd name="connsiteY4" fmla="*/ 3283936 h 4571930"/>
                <a:gd name="connsiteX5" fmla="*/ 3263064 w 5770078"/>
                <a:gd name="connsiteY5" fmla="*/ 0 h 4571930"/>
                <a:gd name="connsiteX6" fmla="*/ 5570398 w 5770078"/>
                <a:gd name="connsiteY6" fmla="*/ 961843 h 457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0078" h="4571930">
                  <a:moveTo>
                    <a:pt x="5770078" y="1182951"/>
                  </a:moveTo>
                  <a:lnTo>
                    <a:pt x="5111011" y="4571930"/>
                  </a:lnTo>
                  <a:lnTo>
                    <a:pt x="13898" y="3580675"/>
                  </a:lnTo>
                  <a:lnTo>
                    <a:pt x="4246" y="3452927"/>
                  </a:lnTo>
                  <a:cubicBezTo>
                    <a:pt x="1427" y="3396955"/>
                    <a:pt x="0" y="3340613"/>
                    <a:pt x="0" y="3283936"/>
                  </a:cubicBezTo>
                  <a:cubicBezTo>
                    <a:pt x="0" y="1470268"/>
                    <a:pt x="1460924" y="0"/>
                    <a:pt x="3263064" y="0"/>
                  </a:cubicBezTo>
                  <a:cubicBezTo>
                    <a:pt x="4164134" y="0"/>
                    <a:pt x="4979900" y="367567"/>
                    <a:pt x="5570398" y="9618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04B45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-27347" y="-16973"/>
              <a:ext cx="9171235" cy="5198461"/>
              <a:chOff x="-27347" y="-16973"/>
              <a:chExt cx="9171235" cy="5198461"/>
            </a:xfrm>
          </p:grpSpPr>
          <p:sp>
            <p:nvSpPr>
              <p:cNvPr id="4" name="图形"/>
              <p:cNvSpPr/>
              <p:nvPr/>
            </p:nvSpPr>
            <p:spPr>
              <a:xfrm rot="16200000" flipH="1">
                <a:off x="-216525" y="217943"/>
                <a:ext cx="5173486" cy="475360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rgbClr val="EAEBEC"/>
                  </a:gs>
                  <a:gs pos="78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>
              <a:xfrm>
                <a:off x="1241392" y="2224902"/>
                <a:ext cx="3505865" cy="2918597"/>
              </a:xfrm>
              <a:custGeom>
                <a:avLst/>
                <a:gdLst>
                  <a:gd name="idx" fmla="cos wd2 2700000"/>
                  <a:gd name="idy" fmla="sin hd2 2700000"/>
                  <a:gd name="il" fmla="+- hc 0 wd2"/>
                  <a:gd name="ir" fmla="+- hc wd2 0"/>
                  <a:gd name="it" fmla="+- vc 0 wd2"/>
                  <a:gd name="ib" fmla="+- vc wd2 0"/>
                </a:gdLst>
                <a:ahLst/>
                <a:cxnLst>
                  <a:cxn ang="3">
                    <a:pos x="hc" y="t"/>
                  </a:cxn>
                  <a:cxn ang="3">
                    <a:pos x="hd2" y="hd2"/>
                  </a:cxn>
                  <a:cxn ang="cd2">
                    <a:pos x="l" y="vc"/>
                  </a:cxn>
                  <a:cxn ang="cd4">
                    <a:pos x="hd2" y="wd2"/>
                  </a:cxn>
                  <a:cxn ang="cd4">
                    <a:pos x="hc" y="b"/>
                  </a:cxn>
                  <a:cxn ang="cd4">
                    <a:pos x="wd2" y="wd2"/>
                  </a:cxn>
                  <a:cxn ang="0">
                    <a:pos x="r" y="vc"/>
                  </a:cxn>
                  <a:cxn ang="3">
                    <a:pos x="wd2" y="hd2"/>
                  </a:cxn>
                </a:cxnLst>
                <a:rect l="l" t="t" r="r" b="b"/>
                <a:pathLst>
                  <a:path w="10506" h="9140">
                    <a:moveTo>
                      <a:pt x="0" y="7847"/>
                    </a:moveTo>
                    <a:lnTo>
                      <a:pt x="11" y="7877"/>
                    </a:lnTo>
                    <a:cubicBezTo>
                      <a:pt x="181" y="8324"/>
                      <a:pt x="420" y="8737"/>
                      <a:pt x="715" y="9103"/>
                    </a:cubicBezTo>
                    <a:lnTo>
                      <a:pt x="745" y="9140"/>
                    </a:lnTo>
                    <a:lnTo>
                      <a:pt x="0" y="9140"/>
                    </a:lnTo>
                    <a:lnTo>
                      <a:pt x="0" y="7847"/>
                    </a:lnTo>
                    <a:close/>
                    <a:moveTo>
                      <a:pt x="4235" y="0"/>
                    </a:moveTo>
                    <a:cubicBezTo>
                      <a:pt x="7698" y="0"/>
                      <a:pt x="10506" y="2808"/>
                      <a:pt x="10506" y="6272"/>
                    </a:cubicBezTo>
                    <a:cubicBezTo>
                      <a:pt x="10506" y="7300"/>
                      <a:pt x="10259" y="8270"/>
                      <a:pt x="9820" y="9127"/>
                    </a:cubicBezTo>
                    <a:lnTo>
                      <a:pt x="9813" y="9140"/>
                    </a:lnTo>
                    <a:lnTo>
                      <a:pt x="7724" y="9140"/>
                    </a:lnTo>
                    <a:lnTo>
                      <a:pt x="7754" y="9103"/>
                    </a:lnTo>
                    <a:cubicBezTo>
                      <a:pt x="8378" y="8329"/>
                      <a:pt x="8751" y="7344"/>
                      <a:pt x="8751" y="6272"/>
                    </a:cubicBezTo>
                    <a:cubicBezTo>
                      <a:pt x="8751" y="3776"/>
                      <a:pt x="6730" y="1755"/>
                      <a:pt x="4235" y="1755"/>
                    </a:cubicBezTo>
                    <a:cubicBezTo>
                      <a:pt x="2304" y="1755"/>
                      <a:pt x="658" y="2964"/>
                      <a:pt x="11" y="4666"/>
                    </a:cubicBezTo>
                    <a:lnTo>
                      <a:pt x="0" y="4696"/>
                    </a:lnTo>
                    <a:lnTo>
                      <a:pt x="0" y="1645"/>
                    </a:lnTo>
                    <a:lnTo>
                      <a:pt x="18" y="1629"/>
                    </a:lnTo>
                    <a:cubicBezTo>
                      <a:pt x="1131" y="617"/>
                      <a:pt x="2611" y="0"/>
                      <a:pt x="4235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AEBEC"/>
                  </a:gs>
                  <a:gs pos="0">
                    <a:schemeClr val="bg1">
                      <a:alpha val="0"/>
                    </a:schemeClr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6" name="图形"/>
              <p:cNvSpPr/>
              <p:nvPr/>
            </p:nvSpPr>
            <p:spPr>
              <a:xfrm flipH="1" flipV="1">
                <a:off x="7781290" y="8239"/>
                <a:ext cx="1362598" cy="1458394"/>
              </a:xfrm>
              <a:custGeom>
                <a:avLst/>
                <a:gdLst>
                  <a:gd name="connsiteX0" fmla="*/ 1541897 w 1541897"/>
                  <a:gd name="connsiteY0" fmla="*/ 1423678 h 1423678"/>
                  <a:gd name="connsiteX1" fmla="*/ 950523 w 1541897"/>
                  <a:gd name="connsiteY1" fmla="*/ 1423678 h 1423678"/>
                  <a:gd name="connsiteX2" fmla="*/ 943881 w 1541897"/>
                  <a:gd name="connsiteY2" fmla="*/ 1405515 h 1423678"/>
                  <a:gd name="connsiteX3" fmla="*/ 42580 w 1541897"/>
                  <a:gd name="connsiteY3" fmla="*/ 588158 h 1423678"/>
                  <a:gd name="connsiteX4" fmla="*/ 0 w 1541897"/>
                  <a:gd name="connsiteY4" fmla="*/ 577213 h 1423678"/>
                  <a:gd name="connsiteX5" fmla="*/ 0 w 1541897"/>
                  <a:gd name="connsiteY5" fmla="*/ 0 h 1423678"/>
                  <a:gd name="connsiteX6" fmla="*/ 17143 w 1541897"/>
                  <a:gd name="connsiteY6" fmla="*/ 2618 h 1423678"/>
                  <a:gd name="connsiteX7" fmla="*/ 1528482 w 1541897"/>
                  <a:gd name="connsiteY7" fmla="*/ 1371498 h 142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1897" h="1423678">
                    <a:moveTo>
                      <a:pt x="1541897" y="1423678"/>
                    </a:moveTo>
                    <a:lnTo>
                      <a:pt x="950523" y="1423678"/>
                    </a:lnTo>
                    <a:lnTo>
                      <a:pt x="943881" y="1405515"/>
                    </a:lnTo>
                    <a:cubicBezTo>
                      <a:pt x="779478" y="1016532"/>
                      <a:pt x="449690" y="714742"/>
                      <a:pt x="42580" y="588158"/>
                    </a:cubicBezTo>
                    <a:lnTo>
                      <a:pt x="0" y="577213"/>
                    </a:lnTo>
                    <a:lnTo>
                      <a:pt x="0" y="0"/>
                    </a:lnTo>
                    <a:lnTo>
                      <a:pt x="17143" y="2618"/>
                    </a:lnTo>
                    <a:cubicBezTo>
                      <a:pt x="735215" y="149602"/>
                      <a:pt x="1313583" y="680457"/>
                      <a:pt x="1528482" y="1371498"/>
                    </a:cubicBez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6821" y="4587753"/>
                <a:ext cx="1330189" cy="573349"/>
              </a:xfrm>
              <a:custGeom>
                <a:avLst/>
                <a:gdLst>
                  <a:gd name="connsiteX0" fmla="*/ 999649 w 2825646"/>
                  <a:gd name="connsiteY0" fmla="*/ 0 h 1268561"/>
                  <a:gd name="connsiteX1" fmla="*/ 2771919 w 2825646"/>
                  <a:gd name="connsiteY1" fmla="*/ 1125124 h 1268561"/>
                  <a:gd name="connsiteX2" fmla="*/ 2825646 w 2825646"/>
                  <a:gd name="connsiteY2" fmla="*/ 1268561 h 1268561"/>
                  <a:gd name="connsiteX3" fmla="*/ 0 w 2825646"/>
                  <a:gd name="connsiteY3" fmla="*/ 1268561 h 1268561"/>
                  <a:gd name="connsiteX4" fmla="*/ 0 w 2825646"/>
                  <a:gd name="connsiteY4" fmla="*/ 274695 h 1268561"/>
                  <a:gd name="connsiteX5" fmla="*/ 118927 w 2825646"/>
                  <a:gd name="connsiteY5" fmla="*/ 208955 h 1268561"/>
                  <a:gd name="connsiteX6" fmla="*/ 999649 w 2825646"/>
                  <a:gd name="connsiteY6" fmla="*/ 0 h 126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5646" h="1268561">
                    <a:moveTo>
                      <a:pt x="999649" y="0"/>
                    </a:moveTo>
                    <a:cubicBezTo>
                      <a:pt x="1783069" y="0"/>
                      <a:pt x="2459046" y="460405"/>
                      <a:pt x="2771919" y="1125124"/>
                    </a:cubicBezTo>
                    <a:lnTo>
                      <a:pt x="2825646" y="1268561"/>
                    </a:lnTo>
                    <a:lnTo>
                      <a:pt x="0" y="1268561"/>
                    </a:lnTo>
                    <a:lnTo>
                      <a:pt x="0" y="274695"/>
                    </a:lnTo>
                    <a:lnTo>
                      <a:pt x="118927" y="208955"/>
                    </a:lnTo>
                    <a:cubicBezTo>
                      <a:pt x="383748" y="75367"/>
                      <a:pt x="682948" y="0"/>
                      <a:pt x="99964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4977874" y="4301802"/>
                <a:ext cx="682967" cy="545230"/>
              </a:xfrm>
              <a:custGeom>
                <a:avLst/>
                <a:gdLst>
                  <a:gd name="connsiteX0" fmla="*/ 109644 w 2267092"/>
                  <a:gd name="connsiteY0" fmla="*/ 1548216 h 1767504"/>
                  <a:gd name="connsiteX1" fmla="*/ 219288 w 2267092"/>
                  <a:gd name="connsiteY1" fmla="*/ 1657860 h 1767504"/>
                  <a:gd name="connsiteX2" fmla="*/ 109644 w 2267092"/>
                  <a:gd name="connsiteY2" fmla="*/ 1767504 h 1767504"/>
                  <a:gd name="connsiteX3" fmla="*/ 0 w 2267092"/>
                  <a:gd name="connsiteY3" fmla="*/ 1657860 h 1767504"/>
                  <a:gd name="connsiteX4" fmla="*/ 109644 w 2267092"/>
                  <a:gd name="connsiteY4" fmla="*/ 1548216 h 1767504"/>
                  <a:gd name="connsiteX5" fmla="*/ 621595 w 2267092"/>
                  <a:gd name="connsiteY5" fmla="*/ 1543933 h 1767504"/>
                  <a:gd name="connsiteX6" fmla="*/ 731239 w 2267092"/>
                  <a:gd name="connsiteY6" fmla="*/ 1653577 h 1767504"/>
                  <a:gd name="connsiteX7" fmla="*/ 621595 w 2267092"/>
                  <a:gd name="connsiteY7" fmla="*/ 1763221 h 1767504"/>
                  <a:gd name="connsiteX8" fmla="*/ 511951 w 2267092"/>
                  <a:gd name="connsiteY8" fmla="*/ 1653577 h 1767504"/>
                  <a:gd name="connsiteX9" fmla="*/ 621595 w 2267092"/>
                  <a:gd name="connsiteY9" fmla="*/ 1543933 h 1767504"/>
                  <a:gd name="connsiteX10" fmla="*/ 1133546 w 2267092"/>
                  <a:gd name="connsiteY10" fmla="*/ 1539650 h 1767504"/>
                  <a:gd name="connsiteX11" fmla="*/ 1243190 w 2267092"/>
                  <a:gd name="connsiteY11" fmla="*/ 1649294 h 1767504"/>
                  <a:gd name="connsiteX12" fmla="*/ 1133546 w 2267092"/>
                  <a:gd name="connsiteY12" fmla="*/ 1758938 h 1767504"/>
                  <a:gd name="connsiteX13" fmla="*/ 1023902 w 2267092"/>
                  <a:gd name="connsiteY13" fmla="*/ 1649294 h 1767504"/>
                  <a:gd name="connsiteX14" fmla="*/ 1133546 w 2267092"/>
                  <a:gd name="connsiteY14" fmla="*/ 1539650 h 1767504"/>
                  <a:gd name="connsiteX15" fmla="*/ 1645497 w 2267092"/>
                  <a:gd name="connsiteY15" fmla="*/ 1535367 h 1767504"/>
                  <a:gd name="connsiteX16" fmla="*/ 1755141 w 2267092"/>
                  <a:gd name="connsiteY16" fmla="*/ 1645011 h 1767504"/>
                  <a:gd name="connsiteX17" fmla="*/ 1645497 w 2267092"/>
                  <a:gd name="connsiteY17" fmla="*/ 1754655 h 1767504"/>
                  <a:gd name="connsiteX18" fmla="*/ 1535853 w 2267092"/>
                  <a:gd name="connsiteY18" fmla="*/ 1645011 h 1767504"/>
                  <a:gd name="connsiteX19" fmla="*/ 1645497 w 2267092"/>
                  <a:gd name="connsiteY19" fmla="*/ 1535367 h 1767504"/>
                  <a:gd name="connsiteX20" fmla="*/ 2157448 w 2267092"/>
                  <a:gd name="connsiteY20" fmla="*/ 1531084 h 1767504"/>
                  <a:gd name="connsiteX21" fmla="*/ 2267092 w 2267092"/>
                  <a:gd name="connsiteY21" fmla="*/ 1640728 h 1767504"/>
                  <a:gd name="connsiteX22" fmla="*/ 2157448 w 2267092"/>
                  <a:gd name="connsiteY22" fmla="*/ 1750372 h 1767504"/>
                  <a:gd name="connsiteX23" fmla="*/ 2047804 w 2267092"/>
                  <a:gd name="connsiteY23" fmla="*/ 1640728 h 1767504"/>
                  <a:gd name="connsiteX24" fmla="*/ 2157448 w 2267092"/>
                  <a:gd name="connsiteY24" fmla="*/ 1531084 h 1767504"/>
                  <a:gd name="connsiteX25" fmla="*/ 109644 w 2267092"/>
                  <a:gd name="connsiteY25" fmla="*/ 1165445 h 1767504"/>
                  <a:gd name="connsiteX26" fmla="*/ 219288 w 2267092"/>
                  <a:gd name="connsiteY26" fmla="*/ 1275089 h 1767504"/>
                  <a:gd name="connsiteX27" fmla="*/ 109644 w 2267092"/>
                  <a:gd name="connsiteY27" fmla="*/ 1384733 h 1767504"/>
                  <a:gd name="connsiteX28" fmla="*/ 0 w 2267092"/>
                  <a:gd name="connsiteY28" fmla="*/ 1275089 h 1767504"/>
                  <a:gd name="connsiteX29" fmla="*/ 109644 w 2267092"/>
                  <a:gd name="connsiteY29" fmla="*/ 1165445 h 1767504"/>
                  <a:gd name="connsiteX30" fmla="*/ 621595 w 2267092"/>
                  <a:gd name="connsiteY30" fmla="*/ 1161162 h 1767504"/>
                  <a:gd name="connsiteX31" fmla="*/ 731239 w 2267092"/>
                  <a:gd name="connsiteY31" fmla="*/ 1270806 h 1767504"/>
                  <a:gd name="connsiteX32" fmla="*/ 621595 w 2267092"/>
                  <a:gd name="connsiteY32" fmla="*/ 1380450 h 1767504"/>
                  <a:gd name="connsiteX33" fmla="*/ 511951 w 2267092"/>
                  <a:gd name="connsiteY33" fmla="*/ 1270806 h 1767504"/>
                  <a:gd name="connsiteX34" fmla="*/ 621595 w 2267092"/>
                  <a:gd name="connsiteY34" fmla="*/ 1161162 h 1767504"/>
                  <a:gd name="connsiteX35" fmla="*/ 1133546 w 2267092"/>
                  <a:gd name="connsiteY35" fmla="*/ 1156879 h 1767504"/>
                  <a:gd name="connsiteX36" fmla="*/ 1243190 w 2267092"/>
                  <a:gd name="connsiteY36" fmla="*/ 1266523 h 1767504"/>
                  <a:gd name="connsiteX37" fmla="*/ 1133546 w 2267092"/>
                  <a:gd name="connsiteY37" fmla="*/ 1376167 h 1767504"/>
                  <a:gd name="connsiteX38" fmla="*/ 1023902 w 2267092"/>
                  <a:gd name="connsiteY38" fmla="*/ 1266523 h 1767504"/>
                  <a:gd name="connsiteX39" fmla="*/ 1133546 w 2267092"/>
                  <a:gd name="connsiteY39" fmla="*/ 1156879 h 1767504"/>
                  <a:gd name="connsiteX40" fmla="*/ 1645497 w 2267092"/>
                  <a:gd name="connsiteY40" fmla="*/ 1152596 h 1767504"/>
                  <a:gd name="connsiteX41" fmla="*/ 1755141 w 2267092"/>
                  <a:gd name="connsiteY41" fmla="*/ 1262240 h 1767504"/>
                  <a:gd name="connsiteX42" fmla="*/ 1645497 w 2267092"/>
                  <a:gd name="connsiteY42" fmla="*/ 1371884 h 1767504"/>
                  <a:gd name="connsiteX43" fmla="*/ 1535853 w 2267092"/>
                  <a:gd name="connsiteY43" fmla="*/ 1262240 h 1767504"/>
                  <a:gd name="connsiteX44" fmla="*/ 1645497 w 2267092"/>
                  <a:gd name="connsiteY44" fmla="*/ 1152596 h 1767504"/>
                  <a:gd name="connsiteX45" fmla="*/ 2157448 w 2267092"/>
                  <a:gd name="connsiteY45" fmla="*/ 1148313 h 1767504"/>
                  <a:gd name="connsiteX46" fmla="*/ 2267092 w 2267092"/>
                  <a:gd name="connsiteY46" fmla="*/ 1257957 h 1767504"/>
                  <a:gd name="connsiteX47" fmla="*/ 2157448 w 2267092"/>
                  <a:gd name="connsiteY47" fmla="*/ 1367601 h 1767504"/>
                  <a:gd name="connsiteX48" fmla="*/ 2047804 w 2267092"/>
                  <a:gd name="connsiteY48" fmla="*/ 1257957 h 1767504"/>
                  <a:gd name="connsiteX49" fmla="*/ 2157448 w 2267092"/>
                  <a:gd name="connsiteY49" fmla="*/ 1148313 h 1767504"/>
                  <a:gd name="connsiteX50" fmla="*/ 109644 w 2267092"/>
                  <a:gd name="connsiteY50" fmla="*/ 782674 h 1767504"/>
                  <a:gd name="connsiteX51" fmla="*/ 219288 w 2267092"/>
                  <a:gd name="connsiteY51" fmla="*/ 892318 h 1767504"/>
                  <a:gd name="connsiteX52" fmla="*/ 109644 w 2267092"/>
                  <a:gd name="connsiteY52" fmla="*/ 1001962 h 1767504"/>
                  <a:gd name="connsiteX53" fmla="*/ 0 w 2267092"/>
                  <a:gd name="connsiteY53" fmla="*/ 892318 h 1767504"/>
                  <a:gd name="connsiteX54" fmla="*/ 109644 w 2267092"/>
                  <a:gd name="connsiteY54" fmla="*/ 782674 h 1767504"/>
                  <a:gd name="connsiteX55" fmla="*/ 621595 w 2267092"/>
                  <a:gd name="connsiteY55" fmla="*/ 778391 h 1767504"/>
                  <a:gd name="connsiteX56" fmla="*/ 731239 w 2267092"/>
                  <a:gd name="connsiteY56" fmla="*/ 888035 h 1767504"/>
                  <a:gd name="connsiteX57" fmla="*/ 621595 w 2267092"/>
                  <a:gd name="connsiteY57" fmla="*/ 997679 h 1767504"/>
                  <a:gd name="connsiteX58" fmla="*/ 511951 w 2267092"/>
                  <a:gd name="connsiteY58" fmla="*/ 888035 h 1767504"/>
                  <a:gd name="connsiteX59" fmla="*/ 621595 w 2267092"/>
                  <a:gd name="connsiteY59" fmla="*/ 778391 h 1767504"/>
                  <a:gd name="connsiteX60" fmla="*/ 1133546 w 2267092"/>
                  <a:gd name="connsiteY60" fmla="*/ 774108 h 1767504"/>
                  <a:gd name="connsiteX61" fmla="*/ 1243190 w 2267092"/>
                  <a:gd name="connsiteY61" fmla="*/ 883752 h 1767504"/>
                  <a:gd name="connsiteX62" fmla="*/ 1133546 w 2267092"/>
                  <a:gd name="connsiteY62" fmla="*/ 993396 h 1767504"/>
                  <a:gd name="connsiteX63" fmla="*/ 1023902 w 2267092"/>
                  <a:gd name="connsiteY63" fmla="*/ 883752 h 1767504"/>
                  <a:gd name="connsiteX64" fmla="*/ 1133546 w 2267092"/>
                  <a:gd name="connsiteY64" fmla="*/ 774108 h 1767504"/>
                  <a:gd name="connsiteX65" fmla="*/ 1645497 w 2267092"/>
                  <a:gd name="connsiteY65" fmla="*/ 769825 h 1767504"/>
                  <a:gd name="connsiteX66" fmla="*/ 1755141 w 2267092"/>
                  <a:gd name="connsiteY66" fmla="*/ 879469 h 1767504"/>
                  <a:gd name="connsiteX67" fmla="*/ 1645497 w 2267092"/>
                  <a:gd name="connsiteY67" fmla="*/ 989113 h 1767504"/>
                  <a:gd name="connsiteX68" fmla="*/ 1535853 w 2267092"/>
                  <a:gd name="connsiteY68" fmla="*/ 879469 h 1767504"/>
                  <a:gd name="connsiteX69" fmla="*/ 1645497 w 2267092"/>
                  <a:gd name="connsiteY69" fmla="*/ 769825 h 1767504"/>
                  <a:gd name="connsiteX70" fmla="*/ 2157448 w 2267092"/>
                  <a:gd name="connsiteY70" fmla="*/ 765542 h 1767504"/>
                  <a:gd name="connsiteX71" fmla="*/ 2267092 w 2267092"/>
                  <a:gd name="connsiteY71" fmla="*/ 875186 h 1767504"/>
                  <a:gd name="connsiteX72" fmla="*/ 2157448 w 2267092"/>
                  <a:gd name="connsiteY72" fmla="*/ 984830 h 1767504"/>
                  <a:gd name="connsiteX73" fmla="*/ 2047804 w 2267092"/>
                  <a:gd name="connsiteY73" fmla="*/ 875186 h 1767504"/>
                  <a:gd name="connsiteX74" fmla="*/ 2157448 w 2267092"/>
                  <a:gd name="connsiteY74" fmla="*/ 765542 h 1767504"/>
                  <a:gd name="connsiteX75" fmla="*/ 109644 w 2267092"/>
                  <a:gd name="connsiteY75" fmla="*/ 399903 h 1767504"/>
                  <a:gd name="connsiteX76" fmla="*/ 219288 w 2267092"/>
                  <a:gd name="connsiteY76" fmla="*/ 509547 h 1767504"/>
                  <a:gd name="connsiteX77" fmla="*/ 109644 w 2267092"/>
                  <a:gd name="connsiteY77" fmla="*/ 619191 h 1767504"/>
                  <a:gd name="connsiteX78" fmla="*/ 0 w 2267092"/>
                  <a:gd name="connsiteY78" fmla="*/ 509547 h 1767504"/>
                  <a:gd name="connsiteX79" fmla="*/ 109644 w 2267092"/>
                  <a:gd name="connsiteY79" fmla="*/ 399903 h 1767504"/>
                  <a:gd name="connsiteX80" fmla="*/ 621595 w 2267092"/>
                  <a:gd name="connsiteY80" fmla="*/ 395620 h 1767504"/>
                  <a:gd name="connsiteX81" fmla="*/ 731239 w 2267092"/>
                  <a:gd name="connsiteY81" fmla="*/ 505264 h 1767504"/>
                  <a:gd name="connsiteX82" fmla="*/ 621595 w 2267092"/>
                  <a:gd name="connsiteY82" fmla="*/ 614908 h 1767504"/>
                  <a:gd name="connsiteX83" fmla="*/ 511951 w 2267092"/>
                  <a:gd name="connsiteY83" fmla="*/ 505264 h 1767504"/>
                  <a:gd name="connsiteX84" fmla="*/ 621595 w 2267092"/>
                  <a:gd name="connsiteY84" fmla="*/ 395620 h 1767504"/>
                  <a:gd name="connsiteX85" fmla="*/ 1133546 w 2267092"/>
                  <a:gd name="connsiteY85" fmla="*/ 391337 h 1767504"/>
                  <a:gd name="connsiteX86" fmla="*/ 1243190 w 2267092"/>
                  <a:gd name="connsiteY86" fmla="*/ 500981 h 1767504"/>
                  <a:gd name="connsiteX87" fmla="*/ 1133546 w 2267092"/>
                  <a:gd name="connsiteY87" fmla="*/ 610625 h 1767504"/>
                  <a:gd name="connsiteX88" fmla="*/ 1023902 w 2267092"/>
                  <a:gd name="connsiteY88" fmla="*/ 500981 h 1767504"/>
                  <a:gd name="connsiteX89" fmla="*/ 1133546 w 2267092"/>
                  <a:gd name="connsiteY89" fmla="*/ 391337 h 1767504"/>
                  <a:gd name="connsiteX90" fmla="*/ 1645497 w 2267092"/>
                  <a:gd name="connsiteY90" fmla="*/ 387054 h 1767504"/>
                  <a:gd name="connsiteX91" fmla="*/ 1755141 w 2267092"/>
                  <a:gd name="connsiteY91" fmla="*/ 496698 h 1767504"/>
                  <a:gd name="connsiteX92" fmla="*/ 1645497 w 2267092"/>
                  <a:gd name="connsiteY92" fmla="*/ 606342 h 1767504"/>
                  <a:gd name="connsiteX93" fmla="*/ 1535853 w 2267092"/>
                  <a:gd name="connsiteY93" fmla="*/ 496698 h 1767504"/>
                  <a:gd name="connsiteX94" fmla="*/ 1645497 w 2267092"/>
                  <a:gd name="connsiteY94" fmla="*/ 387054 h 1767504"/>
                  <a:gd name="connsiteX95" fmla="*/ 2157448 w 2267092"/>
                  <a:gd name="connsiteY95" fmla="*/ 382771 h 1767504"/>
                  <a:gd name="connsiteX96" fmla="*/ 2267092 w 2267092"/>
                  <a:gd name="connsiteY96" fmla="*/ 492415 h 1767504"/>
                  <a:gd name="connsiteX97" fmla="*/ 2157448 w 2267092"/>
                  <a:gd name="connsiteY97" fmla="*/ 602059 h 1767504"/>
                  <a:gd name="connsiteX98" fmla="*/ 2047804 w 2267092"/>
                  <a:gd name="connsiteY98" fmla="*/ 492415 h 1767504"/>
                  <a:gd name="connsiteX99" fmla="*/ 2157448 w 2267092"/>
                  <a:gd name="connsiteY99" fmla="*/ 382771 h 1767504"/>
                  <a:gd name="connsiteX100" fmla="*/ 109644 w 2267092"/>
                  <a:gd name="connsiteY100" fmla="*/ 17132 h 1767504"/>
                  <a:gd name="connsiteX101" fmla="*/ 219288 w 2267092"/>
                  <a:gd name="connsiteY101" fmla="*/ 126776 h 1767504"/>
                  <a:gd name="connsiteX102" fmla="*/ 109644 w 2267092"/>
                  <a:gd name="connsiteY102" fmla="*/ 236420 h 1767504"/>
                  <a:gd name="connsiteX103" fmla="*/ 0 w 2267092"/>
                  <a:gd name="connsiteY103" fmla="*/ 126776 h 1767504"/>
                  <a:gd name="connsiteX104" fmla="*/ 109644 w 2267092"/>
                  <a:gd name="connsiteY104" fmla="*/ 17132 h 1767504"/>
                  <a:gd name="connsiteX105" fmla="*/ 621595 w 2267092"/>
                  <a:gd name="connsiteY105" fmla="*/ 12849 h 1767504"/>
                  <a:gd name="connsiteX106" fmla="*/ 731239 w 2267092"/>
                  <a:gd name="connsiteY106" fmla="*/ 122493 h 1767504"/>
                  <a:gd name="connsiteX107" fmla="*/ 621595 w 2267092"/>
                  <a:gd name="connsiteY107" fmla="*/ 232137 h 1767504"/>
                  <a:gd name="connsiteX108" fmla="*/ 511951 w 2267092"/>
                  <a:gd name="connsiteY108" fmla="*/ 122493 h 1767504"/>
                  <a:gd name="connsiteX109" fmla="*/ 621595 w 2267092"/>
                  <a:gd name="connsiteY109" fmla="*/ 12849 h 1767504"/>
                  <a:gd name="connsiteX110" fmla="*/ 1133546 w 2267092"/>
                  <a:gd name="connsiteY110" fmla="*/ 8566 h 1767504"/>
                  <a:gd name="connsiteX111" fmla="*/ 1243190 w 2267092"/>
                  <a:gd name="connsiteY111" fmla="*/ 118210 h 1767504"/>
                  <a:gd name="connsiteX112" fmla="*/ 1133546 w 2267092"/>
                  <a:gd name="connsiteY112" fmla="*/ 227854 h 1767504"/>
                  <a:gd name="connsiteX113" fmla="*/ 1023902 w 2267092"/>
                  <a:gd name="connsiteY113" fmla="*/ 118210 h 1767504"/>
                  <a:gd name="connsiteX114" fmla="*/ 1133546 w 2267092"/>
                  <a:gd name="connsiteY114" fmla="*/ 8566 h 1767504"/>
                  <a:gd name="connsiteX115" fmla="*/ 1645497 w 2267092"/>
                  <a:gd name="connsiteY115" fmla="*/ 4283 h 1767504"/>
                  <a:gd name="connsiteX116" fmla="*/ 1755141 w 2267092"/>
                  <a:gd name="connsiteY116" fmla="*/ 113927 h 1767504"/>
                  <a:gd name="connsiteX117" fmla="*/ 1645497 w 2267092"/>
                  <a:gd name="connsiteY117" fmla="*/ 223571 h 1767504"/>
                  <a:gd name="connsiteX118" fmla="*/ 1535853 w 2267092"/>
                  <a:gd name="connsiteY118" fmla="*/ 113927 h 1767504"/>
                  <a:gd name="connsiteX119" fmla="*/ 1645497 w 2267092"/>
                  <a:gd name="connsiteY119" fmla="*/ 4283 h 1767504"/>
                  <a:gd name="connsiteX120" fmla="*/ 2157448 w 2267092"/>
                  <a:gd name="connsiteY120" fmla="*/ 0 h 1767504"/>
                  <a:gd name="connsiteX121" fmla="*/ 2267092 w 2267092"/>
                  <a:gd name="connsiteY121" fmla="*/ 109644 h 1767504"/>
                  <a:gd name="connsiteX122" fmla="*/ 2157448 w 2267092"/>
                  <a:gd name="connsiteY122" fmla="*/ 219288 h 1767504"/>
                  <a:gd name="connsiteX123" fmla="*/ 2047804 w 2267092"/>
                  <a:gd name="connsiteY123" fmla="*/ 109644 h 1767504"/>
                  <a:gd name="connsiteX124" fmla="*/ 2157448 w 2267092"/>
                  <a:gd name="connsiteY124" fmla="*/ 0 h 176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2267092" h="1767504">
                    <a:moveTo>
                      <a:pt x="109644" y="1548216"/>
                    </a:moveTo>
                    <a:cubicBezTo>
                      <a:pt x="170199" y="1548216"/>
                      <a:pt x="219288" y="1597305"/>
                      <a:pt x="219288" y="1657860"/>
                    </a:cubicBezTo>
                    <a:cubicBezTo>
                      <a:pt x="219288" y="1718415"/>
                      <a:pt x="170199" y="1767504"/>
                      <a:pt x="109644" y="1767504"/>
                    </a:cubicBezTo>
                    <a:cubicBezTo>
                      <a:pt x="49089" y="1767504"/>
                      <a:pt x="0" y="1718415"/>
                      <a:pt x="0" y="1657860"/>
                    </a:cubicBezTo>
                    <a:cubicBezTo>
                      <a:pt x="0" y="1597305"/>
                      <a:pt x="49089" y="1548216"/>
                      <a:pt x="109644" y="1548216"/>
                    </a:cubicBezTo>
                    <a:close/>
                    <a:moveTo>
                      <a:pt x="621595" y="1543933"/>
                    </a:moveTo>
                    <a:cubicBezTo>
                      <a:pt x="682150" y="1543933"/>
                      <a:pt x="731239" y="1593022"/>
                      <a:pt x="731239" y="1653577"/>
                    </a:cubicBezTo>
                    <a:cubicBezTo>
                      <a:pt x="731239" y="1714132"/>
                      <a:pt x="682150" y="1763221"/>
                      <a:pt x="621595" y="1763221"/>
                    </a:cubicBezTo>
                    <a:cubicBezTo>
                      <a:pt x="561040" y="1763221"/>
                      <a:pt x="511951" y="1714132"/>
                      <a:pt x="511951" y="1653577"/>
                    </a:cubicBezTo>
                    <a:cubicBezTo>
                      <a:pt x="511951" y="1593022"/>
                      <a:pt x="561040" y="1543933"/>
                      <a:pt x="621595" y="1543933"/>
                    </a:cubicBezTo>
                    <a:close/>
                    <a:moveTo>
                      <a:pt x="1133546" y="1539650"/>
                    </a:moveTo>
                    <a:cubicBezTo>
                      <a:pt x="1194101" y="1539650"/>
                      <a:pt x="1243190" y="1588739"/>
                      <a:pt x="1243190" y="1649294"/>
                    </a:cubicBezTo>
                    <a:cubicBezTo>
                      <a:pt x="1243190" y="1709849"/>
                      <a:pt x="1194101" y="1758938"/>
                      <a:pt x="1133546" y="1758938"/>
                    </a:cubicBezTo>
                    <a:cubicBezTo>
                      <a:pt x="1072991" y="1758938"/>
                      <a:pt x="1023902" y="1709849"/>
                      <a:pt x="1023902" y="1649294"/>
                    </a:cubicBezTo>
                    <a:cubicBezTo>
                      <a:pt x="1023902" y="1588739"/>
                      <a:pt x="1072991" y="1539650"/>
                      <a:pt x="1133546" y="1539650"/>
                    </a:cubicBezTo>
                    <a:close/>
                    <a:moveTo>
                      <a:pt x="1645497" y="1535367"/>
                    </a:moveTo>
                    <a:cubicBezTo>
                      <a:pt x="1706052" y="1535367"/>
                      <a:pt x="1755141" y="1584456"/>
                      <a:pt x="1755141" y="1645011"/>
                    </a:cubicBezTo>
                    <a:cubicBezTo>
                      <a:pt x="1755141" y="1705566"/>
                      <a:pt x="1706052" y="1754655"/>
                      <a:pt x="1645497" y="1754655"/>
                    </a:cubicBezTo>
                    <a:cubicBezTo>
                      <a:pt x="1584942" y="1754655"/>
                      <a:pt x="1535853" y="1705566"/>
                      <a:pt x="1535853" y="1645011"/>
                    </a:cubicBezTo>
                    <a:cubicBezTo>
                      <a:pt x="1535853" y="1584456"/>
                      <a:pt x="1584942" y="1535367"/>
                      <a:pt x="1645497" y="1535367"/>
                    </a:cubicBezTo>
                    <a:close/>
                    <a:moveTo>
                      <a:pt x="2157448" y="1531084"/>
                    </a:moveTo>
                    <a:cubicBezTo>
                      <a:pt x="2218003" y="1531084"/>
                      <a:pt x="2267092" y="1580173"/>
                      <a:pt x="2267092" y="1640728"/>
                    </a:cubicBezTo>
                    <a:cubicBezTo>
                      <a:pt x="2267092" y="1701283"/>
                      <a:pt x="2218003" y="1750372"/>
                      <a:pt x="2157448" y="1750372"/>
                    </a:cubicBezTo>
                    <a:cubicBezTo>
                      <a:pt x="2096893" y="1750372"/>
                      <a:pt x="2047804" y="1701283"/>
                      <a:pt x="2047804" y="1640728"/>
                    </a:cubicBezTo>
                    <a:cubicBezTo>
                      <a:pt x="2047804" y="1580173"/>
                      <a:pt x="2096893" y="1531084"/>
                      <a:pt x="2157448" y="1531084"/>
                    </a:cubicBezTo>
                    <a:close/>
                    <a:moveTo>
                      <a:pt x="109644" y="1165445"/>
                    </a:moveTo>
                    <a:cubicBezTo>
                      <a:pt x="170199" y="1165445"/>
                      <a:pt x="219288" y="1214534"/>
                      <a:pt x="219288" y="1275089"/>
                    </a:cubicBezTo>
                    <a:cubicBezTo>
                      <a:pt x="219288" y="1335644"/>
                      <a:pt x="170199" y="1384733"/>
                      <a:pt x="109644" y="1384733"/>
                    </a:cubicBezTo>
                    <a:cubicBezTo>
                      <a:pt x="49089" y="1384733"/>
                      <a:pt x="0" y="1335644"/>
                      <a:pt x="0" y="1275089"/>
                    </a:cubicBezTo>
                    <a:cubicBezTo>
                      <a:pt x="0" y="1214534"/>
                      <a:pt x="49089" y="1165445"/>
                      <a:pt x="109644" y="1165445"/>
                    </a:cubicBezTo>
                    <a:close/>
                    <a:moveTo>
                      <a:pt x="621595" y="1161162"/>
                    </a:moveTo>
                    <a:cubicBezTo>
                      <a:pt x="682150" y="1161162"/>
                      <a:pt x="731239" y="1210251"/>
                      <a:pt x="731239" y="1270806"/>
                    </a:cubicBezTo>
                    <a:cubicBezTo>
                      <a:pt x="731239" y="1331361"/>
                      <a:pt x="682150" y="1380450"/>
                      <a:pt x="621595" y="1380450"/>
                    </a:cubicBezTo>
                    <a:cubicBezTo>
                      <a:pt x="561040" y="1380450"/>
                      <a:pt x="511951" y="1331361"/>
                      <a:pt x="511951" y="1270806"/>
                    </a:cubicBezTo>
                    <a:cubicBezTo>
                      <a:pt x="511951" y="1210251"/>
                      <a:pt x="561040" y="1161162"/>
                      <a:pt x="621595" y="1161162"/>
                    </a:cubicBezTo>
                    <a:close/>
                    <a:moveTo>
                      <a:pt x="1133546" y="1156879"/>
                    </a:moveTo>
                    <a:cubicBezTo>
                      <a:pt x="1194101" y="1156879"/>
                      <a:pt x="1243190" y="1205968"/>
                      <a:pt x="1243190" y="1266523"/>
                    </a:cubicBezTo>
                    <a:cubicBezTo>
                      <a:pt x="1243190" y="1327078"/>
                      <a:pt x="1194101" y="1376167"/>
                      <a:pt x="1133546" y="1376167"/>
                    </a:cubicBezTo>
                    <a:cubicBezTo>
                      <a:pt x="1072991" y="1376167"/>
                      <a:pt x="1023902" y="1327078"/>
                      <a:pt x="1023902" y="1266523"/>
                    </a:cubicBezTo>
                    <a:cubicBezTo>
                      <a:pt x="1023902" y="1205968"/>
                      <a:pt x="1072991" y="1156879"/>
                      <a:pt x="1133546" y="1156879"/>
                    </a:cubicBezTo>
                    <a:close/>
                    <a:moveTo>
                      <a:pt x="1645497" y="1152596"/>
                    </a:moveTo>
                    <a:cubicBezTo>
                      <a:pt x="1706052" y="1152596"/>
                      <a:pt x="1755141" y="1201685"/>
                      <a:pt x="1755141" y="1262240"/>
                    </a:cubicBezTo>
                    <a:cubicBezTo>
                      <a:pt x="1755141" y="1322795"/>
                      <a:pt x="1706052" y="1371884"/>
                      <a:pt x="1645497" y="1371884"/>
                    </a:cubicBezTo>
                    <a:cubicBezTo>
                      <a:pt x="1584942" y="1371884"/>
                      <a:pt x="1535853" y="1322795"/>
                      <a:pt x="1535853" y="1262240"/>
                    </a:cubicBezTo>
                    <a:cubicBezTo>
                      <a:pt x="1535853" y="1201685"/>
                      <a:pt x="1584942" y="1152596"/>
                      <a:pt x="1645497" y="1152596"/>
                    </a:cubicBezTo>
                    <a:close/>
                    <a:moveTo>
                      <a:pt x="2157448" y="1148313"/>
                    </a:moveTo>
                    <a:cubicBezTo>
                      <a:pt x="2218003" y="1148313"/>
                      <a:pt x="2267092" y="1197402"/>
                      <a:pt x="2267092" y="1257957"/>
                    </a:cubicBezTo>
                    <a:cubicBezTo>
                      <a:pt x="2267092" y="1318512"/>
                      <a:pt x="2218003" y="1367601"/>
                      <a:pt x="2157448" y="1367601"/>
                    </a:cubicBezTo>
                    <a:cubicBezTo>
                      <a:pt x="2096893" y="1367601"/>
                      <a:pt x="2047804" y="1318512"/>
                      <a:pt x="2047804" y="1257957"/>
                    </a:cubicBezTo>
                    <a:cubicBezTo>
                      <a:pt x="2047804" y="1197402"/>
                      <a:pt x="2096893" y="1148313"/>
                      <a:pt x="2157448" y="1148313"/>
                    </a:cubicBezTo>
                    <a:close/>
                    <a:moveTo>
                      <a:pt x="109644" y="782674"/>
                    </a:moveTo>
                    <a:cubicBezTo>
                      <a:pt x="170199" y="782674"/>
                      <a:pt x="219288" y="831763"/>
                      <a:pt x="219288" y="892318"/>
                    </a:cubicBezTo>
                    <a:cubicBezTo>
                      <a:pt x="219288" y="952873"/>
                      <a:pt x="170199" y="1001962"/>
                      <a:pt x="109644" y="1001962"/>
                    </a:cubicBezTo>
                    <a:cubicBezTo>
                      <a:pt x="49089" y="1001962"/>
                      <a:pt x="0" y="952873"/>
                      <a:pt x="0" y="892318"/>
                    </a:cubicBezTo>
                    <a:cubicBezTo>
                      <a:pt x="0" y="831763"/>
                      <a:pt x="49089" y="782674"/>
                      <a:pt x="109644" y="782674"/>
                    </a:cubicBezTo>
                    <a:close/>
                    <a:moveTo>
                      <a:pt x="621595" y="778391"/>
                    </a:moveTo>
                    <a:cubicBezTo>
                      <a:pt x="682150" y="778391"/>
                      <a:pt x="731239" y="827480"/>
                      <a:pt x="731239" y="888035"/>
                    </a:cubicBezTo>
                    <a:cubicBezTo>
                      <a:pt x="731239" y="948590"/>
                      <a:pt x="682150" y="997679"/>
                      <a:pt x="621595" y="997679"/>
                    </a:cubicBezTo>
                    <a:cubicBezTo>
                      <a:pt x="561040" y="997679"/>
                      <a:pt x="511951" y="948590"/>
                      <a:pt x="511951" y="888035"/>
                    </a:cubicBezTo>
                    <a:cubicBezTo>
                      <a:pt x="511951" y="827480"/>
                      <a:pt x="561040" y="778391"/>
                      <a:pt x="621595" y="778391"/>
                    </a:cubicBezTo>
                    <a:close/>
                    <a:moveTo>
                      <a:pt x="1133546" y="774108"/>
                    </a:moveTo>
                    <a:cubicBezTo>
                      <a:pt x="1194101" y="774108"/>
                      <a:pt x="1243190" y="823197"/>
                      <a:pt x="1243190" y="883752"/>
                    </a:cubicBezTo>
                    <a:cubicBezTo>
                      <a:pt x="1243190" y="944307"/>
                      <a:pt x="1194101" y="993396"/>
                      <a:pt x="1133546" y="993396"/>
                    </a:cubicBezTo>
                    <a:cubicBezTo>
                      <a:pt x="1072991" y="993396"/>
                      <a:pt x="1023902" y="944307"/>
                      <a:pt x="1023902" y="883752"/>
                    </a:cubicBezTo>
                    <a:cubicBezTo>
                      <a:pt x="1023902" y="823197"/>
                      <a:pt x="1072991" y="774108"/>
                      <a:pt x="1133546" y="774108"/>
                    </a:cubicBezTo>
                    <a:close/>
                    <a:moveTo>
                      <a:pt x="1645497" y="769825"/>
                    </a:moveTo>
                    <a:cubicBezTo>
                      <a:pt x="1706052" y="769825"/>
                      <a:pt x="1755141" y="818914"/>
                      <a:pt x="1755141" y="879469"/>
                    </a:cubicBezTo>
                    <a:cubicBezTo>
                      <a:pt x="1755141" y="940024"/>
                      <a:pt x="1706052" y="989113"/>
                      <a:pt x="1645497" y="989113"/>
                    </a:cubicBezTo>
                    <a:cubicBezTo>
                      <a:pt x="1584942" y="989113"/>
                      <a:pt x="1535853" y="940024"/>
                      <a:pt x="1535853" y="879469"/>
                    </a:cubicBezTo>
                    <a:cubicBezTo>
                      <a:pt x="1535853" y="818914"/>
                      <a:pt x="1584942" y="769825"/>
                      <a:pt x="1645497" y="769825"/>
                    </a:cubicBezTo>
                    <a:close/>
                    <a:moveTo>
                      <a:pt x="2157448" y="765542"/>
                    </a:moveTo>
                    <a:cubicBezTo>
                      <a:pt x="2218003" y="765542"/>
                      <a:pt x="2267092" y="814631"/>
                      <a:pt x="2267092" y="875186"/>
                    </a:cubicBezTo>
                    <a:cubicBezTo>
                      <a:pt x="2267092" y="935741"/>
                      <a:pt x="2218003" y="984830"/>
                      <a:pt x="2157448" y="984830"/>
                    </a:cubicBezTo>
                    <a:cubicBezTo>
                      <a:pt x="2096893" y="984830"/>
                      <a:pt x="2047804" y="935741"/>
                      <a:pt x="2047804" y="875186"/>
                    </a:cubicBezTo>
                    <a:cubicBezTo>
                      <a:pt x="2047804" y="814631"/>
                      <a:pt x="2096893" y="765542"/>
                      <a:pt x="2157448" y="765542"/>
                    </a:cubicBezTo>
                    <a:close/>
                    <a:moveTo>
                      <a:pt x="109644" y="399903"/>
                    </a:moveTo>
                    <a:cubicBezTo>
                      <a:pt x="170199" y="399903"/>
                      <a:pt x="219288" y="448992"/>
                      <a:pt x="219288" y="509547"/>
                    </a:cubicBezTo>
                    <a:cubicBezTo>
                      <a:pt x="219288" y="570102"/>
                      <a:pt x="170199" y="619191"/>
                      <a:pt x="109644" y="619191"/>
                    </a:cubicBezTo>
                    <a:cubicBezTo>
                      <a:pt x="49089" y="619191"/>
                      <a:pt x="0" y="570102"/>
                      <a:pt x="0" y="509547"/>
                    </a:cubicBezTo>
                    <a:cubicBezTo>
                      <a:pt x="0" y="448992"/>
                      <a:pt x="49089" y="399903"/>
                      <a:pt x="109644" y="399903"/>
                    </a:cubicBezTo>
                    <a:close/>
                    <a:moveTo>
                      <a:pt x="621595" y="395620"/>
                    </a:moveTo>
                    <a:cubicBezTo>
                      <a:pt x="682150" y="395620"/>
                      <a:pt x="731239" y="444709"/>
                      <a:pt x="731239" y="505264"/>
                    </a:cubicBezTo>
                    <a:cubicBezTo>
                      <a:pt x="731239" y="565819"/>
                      <a:pt x="682150" y="614908"/>
                      <a:pt x="621595" y="614908"/>
                    </a:cubicBezTo>
                    <a:cubicBezTo>
                      <a:pt x="561040" y="614908"/>
                      <a:pt x="511951" y="565819"/>
                      <a:pt x="511951" y="505264"/>
                    </a:cubicBezTo>
                    <a:cubicBezTo>
                      <a:pt x="511951" y="444709"/>
                      <a:pt x="561040" y="395620"/>
                      <a:pt x="621595" y="395620"/>
                    </a:cubicBezTo>
                    <a:close/>
                    <a:moveTo>
                      <a:pt x="1133546" y="391337"/>
                    </a:moveTo>
                    <a:cubicBezTo>
                      <a:pt x="1194101" y="391337"/>
                      <a:pt x="1243190" y="440426"/>
                      <a:pt x="1243190" y="500981"/>
                    </a:cubicBezTo>
                    <a:cubicBezTo>
                      <a:pt x="1243190" y="561536"/>
                      <a:pt x="1194101" y="610625"/>
                      <a:pt x="1133546" y="610625"/>
                    </a:cubicBezTo>
                    <a:cubicBezTo>
                      <a:pt x="1072991" y="610625"/>
                      <a:pt x="1023902" y="561536"/>
                      <a:pt x="1023902" y="500981"/>
                    </a:cubicBezTo>
                    <a:cubicBezTo>
                      <a:pt x="1023902" y="440426"/>
                      <a:pt x="1072991" y="391337"/>
                      <a:pt x="1133546" y="391337"/>
                    </a:cubicBezTo>
                    <a:close/>
                    <a:moveTo>
                      <a:pt x="1645497" y="387054"/>
                    </a:moveTo>
                    <a:cubicBezTo>
                      <a:pt x="1706052" y="387054"/>
                      <a:pt x="1755141" y="436143"/>
                      <a:pt x="1755141" y="496698"/>
                    </a:cubicBezTo>
                    <a:cubicBezTo>
                      <a:pt x="1755141" y="557253"/>
                      <a:pt x="1706052" y="606342"/>
                      <a:pt x="1645497" y="606342"/>
                    </a:cubicBezTo>
                    <a:cubicBezTo>
                      <a:pt x="1584942" y="606342"/>
                      <a:pt x="1535853" y="557253"/>
                      <a:pt x="1535853" y="496698"/>
                    </a:cubicBezTo>
                    <a:cubicBezTo>
                      <a:pt x="1535853" y="436143"/>
                      <a:pt x="1584942" y="387054"/>
                      <a:pt x="1645497" y="387054"/>
                    </a:cubicBezTo>
                    <a:close/>
                    <a:moveTo>
                      <a:pt x="2157448" y="382771"/>
                    </a:moveTo>
                    <a:cubicBezTo>
                      <a:pt x="2218003" y="382771"/>
                      <a:pt x="2267092" y="431860"/>
                      <a:pt x="2267092" y="492415"/>
                    </a:cubicBezTo>
                    <a:cubicBezTo>
                      <a:pt x="2267092" y="552970"/>
                      <a:pt x="2218003" y="602059"/>
                      <a:pt x="2157448" y="602059"/>
                    </a:cubicBezTo>
                    <a:cubicBezTo>
                      <a:pt x="2096893" y="602059"/>
                      <a:pt x="2047804" y="552970"/>
                      <a:pt x="2047804" y="492415"/>
                    </a:cubicBezTo>
                    <a:cubicBezTo>
                      <a:pt x="2047804" y="431860"/>
                      <a:pt x="2096893" y="382771"/>
                      <a:pt x="2157448" y="382771"/>
                    </a:cubicBezTo>
                    <a:close/>
                    <a:moveTo>
                      <a:pt x="109644" y="17132"/>
                    </a:moveTo>
                    <a:cubicBezTo>
                      <a:pt x="170199" y="17132"/>
                      <a:pt x="219288" y="66221"/>
                      <a:pt x="219288" y="126776"/>
                    </a:cubicBezTo>
                    <a:cubicBezTo>
                      <a:pt x="219288" y="187331"/>
                      <a:pt x="170199" y="236420"/>
                      <a:pt x="109644" y="236420"/>
                    </a:cubicBezTo>
                    <a:cubicBezTo>
                      <a:pt x="49089" y="236420"/>
                      <a:pt x="0" y="187331"/>
                      <a:pt x="0" y="126776"/>
                    </a:cubicBezTo>
                    <a:cubicBezTo>
                      <a:pt x="0" y="66221"/>
                      <a:pt x="49089" y="17132"/>
                      <a:pt x="109644" y="17132"/>
                    </a:cubicBezTo>
                    <a:close/>
                    <a:moveTo>
                      <a:pt x="621595" y="12849"/>
                    </a:moveTo>
                    <a:cubicBezTo>
                      <a:pt x="682150" y="12849"/>
                      <a:pt x="731239" y="61938"/>
                      <a:pt x="731239" y="122493"/>
                    </a:cubicBezTo>
                    <a:cubicBezTo>
                      <a:pt x="731239" y="183048"/>
                      <a:pt x="682150" y="232137"/>
                      <a:pt x="621595" y="232137"/>
                    </a:cubicBezTo>
                    <a:cubicBezTo>
                      <a:pt x="561040" y="232137"/>
                      <a:pt x="511951" y="183048"/>
                      <a:pt x="511951" y="122493"/>
                    </a:cubicBezTo>
                    <a:cubicBezTo>
                      <a:pt x="511951" y="61938"/>
                      <a:pt x="561040" y="12849"/>
                      <a:pt x="621595" y="12849"/>
                    </a:cubicBezTo>
                    <a:close/>
                    <a:moveTo>
                      <a:pt x="1133546" y="8566"/>
                    </a:moveTo>
                    <a:cubicBezTo>
                      <a:pt x="1194101" y="8566"/>
                      <a:pt x="1243190" y="57655"/>
                      <a:pt x="1243190" y="118210"/>
                    </a:cubicBezTo>
                    <a:cubicBezTo>
                      <a:pt x="1243190" y="178765"/>
                      <a:pt x="1194101" y="227854"/>
                      <a:pt x="1133546" y="227854"/>
                    </a:cubicBezTo>
                    <a:cubicBezTo>
                      <a:pt x="1072991" y="227854"/>
                      <a:pt x="1023902" y="178765"/>
                      <a:pt x="1023902" y="118210"/>
                    </a:cubicBezTo>
                    <a:cubicBezTo>
                      <a:pt x="1023902" y="57655"/>
                      <a:pt x="1072991" y="8566"/>
                      <a:pt x="1133546" y="8566"/>
                    </a:cubicBezTo>
                    <a:close/>
                    <a:moveTo>
                      <a:pt x="1645497" y="4283"/>
                    </a:moveTo>
                    <a:cubicBezTo>
                      <a:pt x="1706052" y="4283"/>
                      <a:pt x="1755141" y="53372"/>
                      <a:pt x="1755141" y="113927"/>
                    </a:cubicBezTo>
                    <a:cubicBezTo>
                      <a:pt x="1755141" y="174482"/>
                      <a:pt x="1706052" y="223571"/>
                      <a:pt x="1645497" y="223571"/>
                    </a:cubicBezTo>
                    <a:cubicBezTo>
                      <a:pt x="1584942" y="223571"/>
                      <a:pt x="1535853" y="174482"/>
                      <a:pt x="1535853" y="113927"/>
                    </a:cubicBezTo>
                    <a:cubicBezTo>
                      <a:pt x="1535853" y="53372"/>
                      <a:pt x="1584942" y="4283"/>
                      <a:pt x="1645497" y="4283"/>
                    </a:cubicBezTo>
                    <a:close/>
                    <a:moveTo>
                      <a:pt x="2157448" y="0"/>
                    </a:moveTo>
                    <a:cubicBezTo>
                      <a:pt x="2218003" y="0"/>
                      <a:pt x="2267092" y="49089"/>
                      <a:pt x="2267092" y="109644"/>
                    </a:cubicBezTo>
                    <a:cubicBezTo>
                      <a:pt x="2267092" y="170199"/>
                      <a:pt x="2218003" y="219288"/>
                      <a:pt x="2157448" y="219288"/>
                    </a:cubicBezTo>
                    <a:cubicBezTo>
                      <a:pt x="2096893" y="219288"/>
                      <a:pt x="2047804" y="170199"/>
                      <a:pt x="2047804" y="109644"/>
                    </a:cubicBezTo>
                    <a:cubicBezTo>
                      <a:pt x="2047804" y="49089"/>
                      <a:pt x="2096893" y="0"/>
                      <a:pt x="21574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5994997" y="4614984"/>
                <a:ext cx="1357337" cy="540529"/>
              </a:xfrm>
              <a:custGeom>
                <a:avLst/>
                <a:gdLst>
                  <a:gd name="connsiteX0" fmla="*/ 1070571 w 2141143"/>
                  <a:gd name="connsiteY0" fmla="*/ 0 h 852662"/>
                  <a:gd name="connsiteX1" fmla="*/ 2085238 w 2141143"/>
                  <a:gd name="connsiteY1" fmla="*/ 672566 h 852662"/>
                  <a:gd name="connsiteX2" fmla="*/ 2141143 w 2141143"/>
                  <a:gd name="connsiteY2" fmla="*/ 852662 h 852662"/>
                  <a:gd name="connsiteX3" fmla="*/ 0 w 2141143"/>
                  <a:gd name="connsiteY3" fmla="*/ 852662 h 852662"/>
                  <a:gd name="connsiteX4" fmla="*/ 55904 w 2141143"/>
                  <a:gd name="connsiteY4" fmla="*/ 672566 h 852662"/>
                  <a:gd name="connsiteX5" fmla="*/ 1070571 w 2141143"/>
                  <a:gd name="connsiteY5" fmla="*/ 0 h 85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1143" h="852662">
                    <a:moveTo>
                      <a:pt x="1070571" y="0"/>
                    </a:moveTo>
                    <a:cubicBezTo>
                      <a:pt x="1526706" y="0"/>
                      <a:pt x="1918066" y="277327"/>
                      <a:pt x="2085238" y="672566"/>
                    </a:cubicBezTo>
                    <a:lnTo>
                      <a:pt x="2141143" y="852662"/>
                    </a:lnTo>
                    <a:lnTo>
                      <a:pt x="0" y="852662"/>
                    </a:lnTo>
                    <a:lnTo>
                      <a:pt x="55904" y="672566"/>
                    </a:lnTo>
                    <a:cubicBezTo>
                      <a:pt x="223076" y="277327"/>
                      <a:pt x="614437" y="0"/>
                      <a:pt x="107057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grpSp>
            <p:nvGrpSpPr>
              <p:cNvPr id="10" name="图形"/>
              <p:cNvGrpSpPr/>
              <p:nvPr/>
            </p:nvGrpSpPr>
            <p:grpSpPr>
              <a:xfrm flipH="1">
                <a:off x="4595699" y="509622"/>
                <a:ext cx="939377" cy="382233"/>
                <a:chOff x="465530" y="2231777"/>
                <a:chExt cx="1116082" cy="453862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</p:grpSpPr>
            <p:grpSp>
              <p:nvGrpSpPr>
                <p:cNvPr id="13" name="组合 12"/>
                <p:cNvGrpSpPr/>
                <p:nvPr/>
              </p:nvGrpSpPr>
              <p:grpSpPr>
                <a:xfrm rot="5400000">
                  <a:off x="492855" y="2204452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54" name="组合 5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6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55" name="组合 5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45" name="组合 4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4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" name="组合 13"/>
                <p:cNvGrpSpPr/>
                <p:nvPr/>
              </p:nvGrpSpPr>
              <p:grpSpPr>
                <a:xfrm rot="5400000">
                  <a:off x="1100425" y="2204453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29" name="组合 28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1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2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3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5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16" name="组合 15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24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5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6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8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18" name="组合 17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19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" name="任意多边形: 形状 10"/>
              <p:cNvSpPr/>
              <p:nvPr/>
            </p:nvSpPr>
            <p:spPr>
              <a:xfrm rot="15991198">
                <a:off x="-49589" y="5269"/>
                <a:ext cx="661432" cy="616948"/>
              </a:xfrm>
              <a:custGeom>
                <a:avLst/>
                <a:gdLst>
                  <a:gd name="connsiteX0" fmla="*/ 881263 w 881263"/>
                  <a:gd name="connsiteY0" fmla="*/ 53435 h 821994"/>
                  <a:gd name="connsiteX1" fmla="*/ 834960 w 881263"/>
                  <a:gd name="connsiteY1" fmla="*/ 814827 h 821994"/>
                  <a:gd name="connsiteX2" fmla="*/ 766445 w 881263"/>
                  <a:gd name="connsiteY2" fmla="*/ 821994 h 821994"/>
                  <a:gd name="connsiteX3" fmla="*/ 0 w 881263"/>
                  <a:gd name="connsiteY3" fmla="*/ 26712 h 821994"/>
                  <a:gd name="connsiteX4" fmla="*/ 2595 w 881263"/>
                  <a:gd name="connsiteY4" fmla="*/ 0 h 82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262" h="821994">
                    <a:moveTo>
                      <a:pt x="881263" y="53435"/>
                    </a:moveTo>
                    <a:lnTo>
                      <a:pt x="834960" y="814827"/>
                    </a:lnTo>
                    <a:lnTo>
                      <a:pt x="766445" y="821994"/>
                    </a:lnTo>
                    <a:cubicBezTo>
                      <a:pt x="343149" y="821994"/>
                      <a:pt x="0" y="465934"/>
                      <a:pt x="0" y="26712"/>
                    </a:cubicBezTo>
                    <a:lnTo>
                      <a:pt x="259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2503365" y="1557"/>
                <a:ext cx="697662" cy="390213"/>
              </a:xfrm>
              <a:custGeom>
                <a:avLst/>
                <a:gdLst>
                  <a:gd name="connsiteX0" fmla="*/ 5558 w 929534"/>
                  <a:gd name="connsiteY0" fmla="*/ 0 h 519902"/>
                  <a:gd name="connsiteX1" fmla="*/ 923976 w 929534"/>
                  <a:gd name="connsiteY1" fmla="*/ 0 h 519902"/>
                  <a:gd name="connsiteX2" fmla="*/ 929534 w 929534"/>
                  <a:gd name="connsiteY2" fmla="*/ 55135 h 519902"/>
                  <a:gd name="connsiteX3" fmla="*/ 464767 w 929534"/>
                  <a:gd name="connsiteY3" fmla="*/ 519902 h 519902"/>
                  <a:gd name="connsiteX4" fmla="*/ 0 w 929534"/>
                  <a:gd name="connsiteY4" fmla="*/ 55135 h 51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9534" h="519902">
                    <a:moveTo>
                      <a:pt x="5558" y="0"/>
                    </a:moveTo>
                    <a:lnTo>
                      <a:pt x="923976" y="0"/>
                    </a:lnTo>
                    <a:lnTo>
                      <a:pt x="929534" y="55135"/>
                    </a:lnTo>
                    <a:cubicBezTo>
                      <a:pt x="929534" y="311819"/>
                      <a:pt x="721451" y="519902"/>
                      <a:pt x="464767" y="519902"/>
                    </a:cubicBezTo>
                    <a:cubicBezTo>
                      <a:pt x="208083" y="519902"/>
                      <a:pt x="0" y="311819"/>
                      <a:pt x="0" y="5513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方正仿宋_GB2312"/>
                </a:endParaRPr>
              </a:p>
            </p:txBody>
          </p:sp>
        </p:grpSp>
      </p:grpSp>
      <p:sp>
        <p:nvSpPr>
          <p:cNvPr id="87" name="椭圆 86"/>
          <p:cNvSpPr/>
          <p:nvPr/>
        </p:nvSpPr>
        <p:spPr>
          <a:xfrm>
            <a:off x="5319595" y="1022574"/>
            <a:ext cx="3279229" cy="3279229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88" name="图形"/>
          <p:cNvSpPr txBox="1"/>
          <p:nvPr/>
        </p:nvSpPr>
        <p:spPr>
          <a:xfrm>
            <a:off x="605865" y="1655998"/>
            <a:ext cx="4401205" cy="784830"/>
          </a:xfrm>
          <a:prstGeom prst="rect">
            <a:avLst/>
          </a:prstGeom>
          <a:noFill/>
          <a:effectLst/>
        </p:spPr>
        <p:txBody>
          <a:bodyPr wrap="none" lIns="45720" tIns="22860" rIns="45720" bIns="22860" rtlCol="0">
            <a:spAutoFit/>
          </a:bodyPr>
          <a:lstStyle>
            <a:lvl1pPr lvl="0">
              <a:defRPr sz="6600">
                <a:gradFill>
                  <a:gsLst>
                    <a:gs pos="80000">
                      <a:srgbClr val="504B45"/>
                    </a:gs>
                    <a:gs pos="0">
                      <a:srgbClr val="171310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50800" dist="25400" dir="5400000" algn="ctr" rotWithShape="0">
                    <a:srgbClr val="504B45">
                      <a:alpha val="38000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  <a:cs typeface="方正仿宋_GB2312" panose="02000000000000000000" charset="-122"/>
              </a:defRPr>
            </a:lvl1pPr>
          </a:lstStyle>
          <a:p>
            <a:r>
              <a:rPr lang="zh-CN" altLang="en-US" sz="4800" dirty="0">
                <a:sym typeface="方正仿宋_GB2312"/>
              </a:rPr>
              <a:t>计算机系统互联</a:t>
            </a:r>
          </a:p>
        </p:txBody>
      </p:sp>
      <p:sp>
        <p:nvSpPr>
          <p:cNvPr id="90" name="图形"/>
          <p:cNvSpPr txBox="1"/>
          <p:nvPr/>
        </p:nvSpPr>
        <p:spPr>
          <a:xfrm>
            <a:off x="467136" y="2944828"/>
            <a:ext cx="4454822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rPr>
              <a:t>高中信息技术必修二  信息系统与社会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554284" y="2804334"/>
            <a:ext cx="4235622" cy="0"/>
          </a:xfrm>
          <a:prstGeom prst="line">
            <a:avLst/>
          </a:prstGeom>
          <a:ln>
            <a:solidFill>
              <a:srgbClr val="504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554284" y="3648175"/>
            <a:ext cx="3008873" cy="399894"/>
            <a:chOff x="737950" y="3862044"/>
            <a:chExt cx="3008873" cy="399894"/>
          </a:xfrm>
        </p:grpSpPr>
        <p:grpSp>
          <p:nvGrpSpPr>
            <p:cNvPr id="93" name="组合 92"/>
            <p:cNvGrpSpPr/>
            <p:nvPr/>
          </p:nvGrpSpPr>
          <p:grpSpPr>
            <a:xfrm>
              <a:off x="737950" y="3862044"/>
              <a:ext cx="3008873" cy="399894"/>
              <a:chOff x="1266" y="7313"/>
              <a:chExt cx="5075" cy="623"/>
            </a:xfrm>
          </p:grpSpPr>
          <p:sp>
            <p:nvSpPr>
              <p:cNvPr id="104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0" y="7313"/>
                <a:ext cx="5061" cy="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rgbClr val="504B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06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6" y="7313"/>
                <a:ext cx="2611" cy="62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rgbClr val="504B45"/>
                  </a:gs>
                  <a:gs pos="100000">
                    <a:srgbClr val="171310"/>
                  </a:gs>
                </a:gsLst>
                <a:path path="circle">
                  <a:fillToRect r="100000" b="100000"/>
                </a:path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</p:grpSp>
        <p:sp>
          <p:nvSpPr>
            <p:cNvPr id="9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789531" y="3923549"/>
              <a:ext cx="15367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淄博五中信息中心</a:t>
              </a:r>
            </a:p>
          </p:txBody>
        </p:sp>
        <p:sp>
          <p:nvSpPr>
            <p:cNvPr id="103" name="图形"/>
            <p:cNvSpPr txBox="1"/>
            <p:nvPr>
              <p:custDataLst>
                <p:tags r:id="rId2"/>
              </p:custDataLst>
            </p:nvPr>
          </p:nvSpPr>
          <p:spPr>
            <a:xfrm>
              <a:off x="2244462" y="3923549"/>
              <a:ext cx="1451967" cy="276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时间：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2025.10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1"/>
      <p:bldP spid="9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531A-C0DF-267C-0783-B8A25750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C69DFB-766C-343D-DD35-E3B0273ABF0B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93D20F16-E1C1-DDCC-B3D9-CA08A2C818DD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9C6BBA5C-963B-F36C-144E-19D3271B7227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7865B73-5C1D-C24F-E433-F116C9EAC407}"/>
              </a:ext>
            </a:extLst>
          </p:cNvPr>
          <p:cNvSpPr txBox="1"/>
          <p:nvPr/>
        </p:nvSpPr>
        <p:spPr>
          <a:xfrm>
            <a:off x="1790496" y="232692"/>
            <a:ext cx="6059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将下来图标所示设备连接成星型拓扑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78546EBE-C870-F3D9-13BE-96254145D2DF}"/>
              </a:ext>
            </a:extLst>
          </p:cNvPr>
          <p:cNvSpPr/>
          <p:nvPr/>
        </p:nvSpPr>
        <p:spPr>
          <a:xfrm>
            <a:off x="5652778" y="843562"/>
            <a:ext cx="1777042" cy="655607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CB7C74-9BA9-5753-C42D-A358C0F43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17" y="3588589"/>
            <a:ext cx="791249" cy="7786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B89A35-403E-FF02-D7AA-FF94329B5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991" y="3588589"/>
            <a:ext cx="791249" cy="7786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B49690-8E12-678F-4472-03BB0627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665" y="3588588"/>
            <a:ext cx="791249" cy="77862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3BE904-77E3-9873-B163-E26990B03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649" y="2247646"/>
            <a:ext cx="1257300" cy="9572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C37B7F3-86F3-D385-D61C-65776F904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034" y="3685636"/>
            <a:ext cx="706156" cy="6556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D2C02CC-5767-AD66-C08B-AAF40A4B0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221" y="3685636"/>
            <a:ext cx="706156" cy="6556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521BCD7-34FF-1098-D91E-42D31CD016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0152" y="3685636"/>
            <a:ext cx="706156" cy="65560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230790F-6608-35C0-8672-FE7804A3D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749" y="1757837"/>
            <a:ext cx="845120" cy="103133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27CF658-627D-6A42-71E5-9DE6F80D37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3077" y="2247646"/>
            <a:ext cx="1011569" cy="1157118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407CDCB-73FE-1EF8-D0CA-50F3EA680A74}"/>
              </a:ext>
            </a:extLst>
          </p:cNvPr>
          <p:cNvCxnSpPr/>
          <p:nvPr/>
        </p:nvCxnSpPr>
        <p:spPr>
          <a:xfrm>
            <a:off x="466317" y="929826"/>
            <a:ext cx="0" cy="9852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3180682-F36B-0B20-3994-038CE8229AA0}"/>
              </a:ext>
            </a:extLst>
          </p:cNvPr>
          <p:cNvCxnSpPr>
            <a:cxnSpLocks/>
          </p:cNvCxnSpPr>
          <p:nvPr/>
        </p:nvCxnSpPr>
        <p:spPr>
          <a:xfrm flipH="1">
            <a:off x="949753" y="844640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1CC56A9-1F86-9CCB-753B-135B2E7EEA58}"/>
              </a:ext>
            </a:extLst>
          </p:cNvPr>
          <p:cNvCxnSpPr>
            <a:cxnSpLocks/>
          </p:cNvCxnSpPr>
          <p:nvPr/>
        </p:nvCxnSpPr>
        <p:spPr>
          <a:xfrm flipH="1">
            <a:off x="1171994" y="844640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67BE45C-92BA-C0E2-0EEE-7914AC16BA11}"/>
              </a:ext>
            </a:extLst>
          </p:cNvPr>
          <p:cNvCxnSpPr>
            <a:cxnSpLocks/>
          </p:cNvCxnSpPr>
          <p:nvPr/>
        </p:nvCxnSpPr>
        <p:spPr>
          <a:xfrm flipH="1">
            <a:off x="1394235" y="843562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0B745F-3C92-5B3D-93BA-B0B6CBEFA2C6}"/>
              </a:ext>
            </a:extLst>
          </p:cNvPr>
          <p:cNvCxnSpPr>
            <a:cxnSpLocks/>
          </p:cNvCxnSpPr>
          <p:nvPr/>
        </p:nvCxnSpPr>
        <p:spPr>
          <a:xfrm flipH="1">
            <a:off x="1612740" y="883226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F0A0D04-0B85-342C-3A07-A2767C388366}"/>
              </a:ext>
            </a:extLst>
          </p:cNvPr>
          <p:cNvCxnSpPr>
            <a:cxnSpLocks/>
          </p:cNvCxnSpPr>
          <p:nvPr/>
        </p:nvCxnSpPr>
        <p:spPr>
          <a:xfrm flipH="1">
            <a:off x="1813990" y="85054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6FA9925-583E-94F8-DE0A-CEF11065874E}"/>
              </a:ext>
            </a:extLst>
          </p:cNvPr>
          <p:cNvCxnSpPr>
            <a:cxnSpLocks/>
          </p:cNvCxnSpPr>
          <p:nvPr/>
        </p:nvCxnSpPr>
        <p:spPr>
          <a:xfrm flipH="1">
            <a:off x="2007542" y="883226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6255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9F03-F485-FB83-F52D-E23B7F35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2520F55-0765-F389-6043-A6D47324293E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F7B07C25-EFF9-6233-EF92-BAC11A61BCA3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3CD03B2-4B11-EF37-E6FD-A04F97EA8B2E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练习二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2DBB8A9-9ABD-E8E7-68F6-046415F1313D}"/>
              </a:ext>
            </a:extLst>
          </p:cNvPr>
          <p:cNvSpPr txBox="1"/>
          <p:nvPr/>
        </p:nvSpPr>
        <p:spPr>
          <a:xfrm>
            <a:off x="1160768" y="576753"/>
            <a:ext cx="68186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（  ）将网络划分为广域网(WAN)、城域网(WAN)和局域网(LAN).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A接入的计算机多少       B.接入的计算机类型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C.拓扑类型                   D.接入的计算机距离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C02FB3-D19F-DEE1-6FA6-6E158610D09A}"/>
              </a:ext>
            </a:extLst>
          </p:cNvPr>
          <p:cNvSpPr txBox="1"/>
          <p:nvPr/>
        </p:nvSpPr>
        <p:spPr>
          <a:xfrm>
            <a:off x="1160768" y="1740753"/>
            <a:ext cx="7767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在下列哪个网络拓扑结构中，中心结点的故障可能造成全网瘫痪（）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A.星型拓扑结构    B.环型拓扑结构     C.总线型拓扑结构       D.网状拓扑结构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2DADE6-392B-42DD-8028-DBA0BAC338AD}"/>
              </a:ext>
            </a:extLst>
          </p:cNvPr>
          <p:cNvSpPr txBox="1"/>
          <p:nvPr/>
        </p:nvSpPr>
        <p:spPr>
          <a:xfrm>
            <a:off x="1160768" y="2658531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3.网络的（ ）称为拓扑结构。</a:t>
            </a:r>
            <a:endParaRPr lang="en-US" altLang="zh-CN" dirty="0"/>
          </a:p>
          <a:p>
            <a:r>
              <a:rPr lang="zh-CN" altLang="en-US" dirty="0"/>
              <a:t>A接入的计算机多少    B.物理连接的结构OC.物理介质种类       D.接入的计算机距离</a:t>
            </a:r>
          </a:p>
        </p:txBody>
      </p:sp>
    </p:spTree>
    <p:extLst>
      <p:ext uri="{BB962C8B-B14F-4D97-AF65-F5344CB8AC3E}">
        <p14:creationId xmlns:p14="http://schemas.microsoft.com/office/powerpoint/2010/main" val="47502377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CE159DF-DCB7-BC7F-4B8E-EBDA49F94379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8" cy="91505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55E0BA3-941D-C30A-2514-28E56BEE5E30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882B7A48-5AB9-4066-8341-E4DEAEB11DE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2" y="165139"/>
              <a:ext cx="1572676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练习三</a:t>
              </a: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416A710B-0899-2CF8-AB19-377D2C3B6270}"/>
              </a:ext>
            </a:extLst>
          </p:cNvPr>
          <p:cNvSpPr txBox="1">
            <a:spLocks/>
          </p:cNvSpPr>
          <p:nvPr/>
        </p:nvSpPr>
        <p:spPr>
          <a:xfrm>
            <a:off x="1519686" y="182562"/>
            <a:ext cx="6632276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认识与使用</a:t>
            </a:r>
            <a:r>
              <a:rPr lang="en-US" altLang="zh-CN" sz="1800" dirty="0" err="1"/>
              <a:t>tracert</a:t>
            </a:r>
            <a:r>
              <a:rPr lang="zh-CN" altLang="en-US" sz="1800" dirty="0"/>
              <a:t>命令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7683D5-5C10-6C98-9886-AE066A525D69}"/>
              </a:ext>
            </a:extLst>
          </p:cNvPr>
          <p:cNvSpPr txBox="1">
            <a:spLocks/>
          </p:cNvSpPr>
          <p:nvPr/>
        </p:nvSpPr>
        <p:spPr>
          <a:xfrm>
            <a:off x="606770" y="763866"/>
            <a:ext cx="6632276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dirty="0"/>
              <a:t>按下列步骤操作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C3B1F5-ABE5-37C3-DA5B-FBC722BE3197}"/>
              </a:ext>
            </a:extLst>
          </p:cNvPr>
          <p:cNvSpPr txBox="1"/>
          <p:nvPr/>
        </p:nvSpPr>
        <p:spPr>
          <a:xfrm>
            <a:off x="878004" y="1345170"/>
            <a:ext cx="61574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打开</a:t>
            </a:r>
            <a:r>
              <a:rPr lang="en-US" altLang="zh-CN" dirty="0" err="1"/>
              <a:t>tracert</a:t>
            </a:r>
            <a:r>
              <a:rPr lang="zh-CN" altLang="en-US" dirty="0"/>
              <a:t>命令运行环境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按下</a:t>
            </a:r>
            <a:r>
              <a:rPr lang="en-US" altLang="zh-CN" dirty="0" err="1"/>
              <a:t>Win+R</a:t>
            </a:r>
            <a:r>
              <a:rPr lang="zh-CN" altLang="en-US" dirty="0"/>
              <a:t>，输入</a:t>
            </a:r>
            <a:r>
              <a:rPr lang="en-US" altLang="zh-CN" dirty="0" err="1"/>
              <a:t>cmd</a:t>
            </a:r>
            <a:r>
              <a:rPr lang="zh-CN" altLang="en-US" dirty="0"/>
              <a:t>，打开“命令提示符窗口”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输入</a:t>
            </a:r>
            <a:r>
              <a:rPr lang="en-US" altLang="zh-CN" dirty="0" err="1"/>
              <a:t>tracert</a:t>
            </a:r>
            <a:r>
              <a:rPr lang="en-US" altLang="zh-CN" dirty="0"/>
              <a:t>  </a:t>
            </a:r>
            <a:r>
              <a:rPr lang="zh-CN" altLang="en-US" dirty="0"/>
              <a:t>命令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命令</a:t>
            </a:r>
            <a:r>
              <a:rPr lang="en-US" altLang="zh-CN" dirty="0"/>
              <a:t>A</a:t>
            </a:r>
            <a:r>
              <a:rPr lang="zh-CN" altLang="en-US" dirty="0"/>
              <a:t>： </a:t>
            </a:r>
            <a:r>
              <a:rPr lang="en-US" altLang="zh-CN" dirty="0" err="1"/>
              <a:t>tracert</a:t>
            </a:r>
            <a:r>
              <a:rPr lang="en-US" altLang="zh-CN" dirty="0"/>
              <a:t> </a:t>
            </a:r>
            <a:r>
              <a:rPr lang="en-US" altLang="zh-CN" dirty="0">
                <a:hlinkClick r:id="rId3"/>
              </a:rPr>
              <a:t>www.baidu.com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命令</a:t>
            </a:r>
            <a:r>
              <a:rPr lang="en-US" altLang="zh-CN" dirty="0"/>
              <a:t>B</a:t>
            </a:r>
            <a:r>
              <a:rPr lang="zh-CN" altLang="en-US" dirty="0"/>
              <a:t>： </a:t>
            </a:r>
            <a:r>
              <a:rPr lang="en-US" altLang="zh-CN" dirty="0" err="1"/>
              <a:t>tracert</a:t>
            </a:r>
            <a:r>
              <a:rPr lang="en-US" altLang="zh-CN" dirty="0"/>
              <a:t>  info.cern.ch 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观察响应输出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3213237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9633-B1EC-02F7-1C07-1DED98D5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31232E4-734D-D309-AD2E-ED02EC65E3BD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C6EB57A8-5D43-8AE0-996A-56B76534E06B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52604F5A-AC69-FBB1-2208-049137551F8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练习四</a:t>
              </a: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4994833B-A0CB-B8E1-F0C7-201D24FE0886}"/>
              </a:ext>
            </a:extLst>
          </p:cNvPr>
          <p:cNvSpPr txBox="1">
            <a:spLocks/>
          </p:cNvSpPr>
          <p:nvPr/>
        </p:nvSpPr>
        <p:spPr>
          <a:xfrm>
            <a:off x="1519685" y="182562"/>
            <a:ext cx="6028427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用</a:t>
            </a:r>
            <a:r>
              <a:rPr lang="en-US" altLang="zh-CN" sz="1800" dirty="0" err="1"/>
              <a:t>tracert</a:t>
            </a:r>
            <a:r>
              <a:rPr lang="zh-CN" altLang="en-US" sz="1800" dirty="0"/>
              <a:t>命令，结合网络</a:t>
            </a:r>
            <a:r>
              <a:rPr lang="en-US" altLang="zh-CN" sz="1800" dirty="0"/>
              <a:t>IP</a:t>
            </a:r>
            <a:r>
              <a:rPr lang="zh-CN" altLang="en-US" sz="1800" dirty="0"/>
              <a:t>地理位置查询服务，查询上网信息从学校机房到目标网站经过了哪些城市。</a:t>
            </a:r>
            <a:endParaRPr lang="en-US" altLang="zh-CN" sz="1800" dirty="0"/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393397D0-1A04-CBF1-7E87-1150EE60B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545023"/>
              </p:ext>
            </p:extLst>
          </p:nvPr>
        </p:nvGraphicFramePr>
        <p:xfrm>
          <a:off x="1247955" y="192802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536">
                  <a:extLst>
                    <a:ext uri="{9D8B030D-6E8A-4147-A177-3AD203B41FA5}">
                      <a16:colId xmlns:a16="http://schemas.microsoft.com/office/drawing/2014/main" val="2258107"/>
                    </a:ext>
                  </a:extLst>
                </a:gridCol>
                <a:gridCol w="3591464">
                  <a:extLst>
                    <a:ext uri="{9D8B030D-6E8A-4147-A177-3AD203B41FA5}">
                      <a16:colId xmlns:a16="http://schemas.microsoft.com/office/drawing/2014/main" val="2638071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地址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地理位置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96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36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577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88532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4594759-E313-AD7A-029E-4F6E22AFA6A9}"/>
              </a:ext>
            </a:extLst>
          </p:cNvPr>
          <p:cNvSpPr txBox="1"/>
          <p:nvPr/>
        </p:nvSpPr>
        <p:spPr>
          <a:xfrm>
            <a:off x="776377" y="10352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IP</a:t>
            </a:r>
            <a:r>
              <a:rPr lang="zh-CN" altLang="en-US" dirty="0"/>
              <a:t>地址查询参考   </a:t>
            </a:r>
            <a:r>
              <a:rPr lang="en-US" altLang="zh-CN" dirty="0">
                <a:hlinkClick r:id="rId4"/>
              </a:rPr>
              <a:t>https://www.sojson.com/ip/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7255543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3"/>
  <p:tag name="KSO_WM_UNIT_TEXT_FILL_FORE_SCHEMECOLOR_INDEX_BRIGHTNESS" val="0.15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5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1cnd2d">
      <a:majorFont>
        <a:latin typeface="方正仿宋_GB2312"/>
        <a:ea typeface="方正仿宋_GB2312"/>
        <a:cs typeface="Arial"/>
      </a:majorFont>
      <a:minorFont>
        <a:latin typeface="方正仿宋_GB2312"/>
        <a:ea typeface="方正仿宋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136</TotalTime>
  <Words>236</Words>
  <Application>Microsoft Office PowerPoint</Application>
  <PresentationFormat>全屏显示(16:9)</PresentationFormat>
  <Paragraphs>29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方正仿宋_GB2312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新型技术</dc:title>
  <dc:creator>第一PPT</dc:creator>
  <cp:keywords>www.1ppt.com</cp:keywords>
  <dc:description>www.1ppt.com</dc:description>
  <cp:lastModifiedBy>wenqian zhang</cp:lastModifiedBy>
  <cp:revision>61</cp:revision>
  <dcterms:created xsi:type="dcterms:W3CDTF">2025-04-01T01:30:00Z</dcterms:created>
  <dcterms:modified xsi:type="dcterms:W3CDTF">2025-10-27T05:21:27Z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5B9FA6A6CC874101B5B32032913C836C_12</vt:lpwstr>
  </property>
  <property fmtid="{D5CDD505-2E9C-101B-9397-08002B2CF9AE}" pid="3" name="KSOProductBuildVer">
    <vt:lpwstr>2052-12.1.0.20784</vt:lpwstr>
  </property>
</Properties>
</file>